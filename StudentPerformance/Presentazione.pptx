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Nunito"/>
      <p:regular r:id="rId23"/>
      <p:bold r:id="rId24"/>
      <p:italic r:id="rId25"/>
      <p:boldItalic r:id="rId26"/>
    </p:embeddedFont>
    <p:embeddedFont>
      <p:font typeface="Maven Pro"/>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9" roundtripDataSignature="AMtx7mjGF6MEQEAwEkUMeVTgkcuIKRgd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bold.fntdata"/><Relationship Id="rId23"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Italic.fntdata"/><Relationship Id="rId25" Type="http://schemas.openxmlformats.org/officeDocument/2006/relationships/font" Target="fonts/Nunito-italic.fntdata"/><Relationship Id="rId28" Type="http://schemas.openxmlformats.org/officeDocument/2006/relationships/font" Target="fonts/MavenPro-bold.fntdata"/><Relationship Id="rId27" Type="http://schemas.openxmlformats.org/officeDocument/2006/relationships/font" Target="fonts/MavenPr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solidFill>
                  <a:schemeClr val="dk1"/>
                </a:solidFill>
              </a:rPr>
              <a:t>il dataset chiamato </a:t>
            </a:r>
            <a:r>
              <a:rPr b="1" lang="it">
                <a:solidFill>
                  <a:schemeClr val="dk1"/>
                </a:solidFill>
              </a:rPr>
              <a:t>"Student Performance"</a:t>
            </a:r>
            <a:r>
              <a:rPr lang="it">
                <a:solidFill>
                  <a:schemeClr val="dk1"/>
                </a:solidFill>
              </a:rPr>
              <a:t>, originario di Kaggle. Questo è stato progettato per studiare il rendimento degli studenti in relazione a vari fattori, come le loro abitudini di studio, il coinvolgimento dei genitori, e le attività extracurriculari. in particolare è composto da </a:t>
            </a:r>
            <a:r>
              <a:rPr b="1" lang="it">
                <a:solidFill>
                  <a:schemeClr val="dk1"/>
                </a:solidFill>
              </a:rPr>
              <a:t>2392 istanze</a:t>
            </a:r>
            <a:r>
              <a:rPr lang="it">
                <a:solidFill>
                  <a:schemeClr val="dk1"/>
                </a:solidFill>
              </a:rPr>
              <a:t> e contiene </a:t>
            </a:r>
            <a:r>
              <a:rPr b="1" lang="it">
                <a:solidFill>
                  <a:schemeClr val="dk1"/>
                </a:solidFill>
              </a:rPr>
              <a:t>14 variabili esplicative </a:t>
            </a:r>
            <a:r>
              <a:rPr lang="it">
                <a:solidFill>
                  <a:schemeClr val="dk1"/>
                </a:solidFill>
              </a:rPr>
              <a:t>e </a:t>
            </a:r>
            <a:r>
              <a:rPr b="1" lang="it">
                <a:solidFill>
                  <a:schemeClr val="dk1"/>
                </a:solidFill>
              </a:rPr>
              <a:t>non ci sono </a:t>
            </a:r>
            <a:r>
              <a:rPr lang="it">
                <a:solidFill>
                  <a:schemeClr val="dk1"/>
                </a:solidFill>
              </a:rPr>
              <a:t>valori nulli o ridondanti</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3969cdd6e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33969cdd6e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it"/>
              <a:t>Questa suddivisione ci permette di classificare gli studenti in base al loro rendimento accademico, dove ogni classe rappresenta un intervallo di punteggio specifico.</a:t>
            </a:r>
            <a:endParaRPr/>
          </a:p>
          <a:p>
            <a:pPr indent="0" lvl="0" marL="0" rtl="0" algn="l">
              <a:lnSpc>
                <a:spcPct val="115000"/>
              </a:lnSpc>
              <a:spcBef>
                <a:spcPts val="0"/>
              </a:spcBef>
              <a:spcAft>
                <a:spcPts val="0"/>
              </a:spcAft>
              <a:buSzPts val="1100"/>
              <a:buNone/>
            </a:pPr>
            <a:r>
              <a:rPr lang="it"/>
              <a:t> </a:t>
            </a:r>
            <a:r>
              <a:rPr lang="it">
                <a:solidFill>
                  <a:schemeClr val="dk1"/>
                </a:solidFill>
              </a:rPr>
              <a:t>La </a:t>
            </a:r>
            <a:r>
              <a:rPr b="1" lang="it">
                <a:solidFill>
                  <a:schemeClr val="dk1"/>
                </a:solidFill>
              </a:rPr>
              <a:t>distribuzione del target</a:t>
            </a:r>
            <a:r>
              <a:rPr lang="it">
                <a:solidFill>
                  <a:schemeClr val="dk1"/>
                </a:solidFill>
              </a:rPr>
              <a:t> nel nostro dataset segue una forma che si avvicina a una distribuzione </a:t>
            </a:r>
            <a:r>
              <a:rPr b="1" lang="it">
                <a:solidFill>
                  <a:schemeClr val="dk1"/>
                </a:solidFill>
              </a:rPr>
              <a:t>normale</a:t>
            </a:r>
            <a:r>
              <a:rPr lang="it">
                <a:solidFill>
                  <a:schemeClr val="dk1"/>
                </a:solidFill>
              </a:rPr>
              <a:t>, ma con un certo </a:t>
            </a:r>
            <a:r>
              <a:rPr b="1" lang="it">
                <a:solidFill>
                  <a:schemeClr val="dk1"/>
                </a:solidFill>
              </a:rPr>
              <a:t>sbilanciamento</a:t>
            </a:r>
            <a:r>
              <a:rPr lang="it">
                <a:solidFill>
                  <a:schemeClr val="dk1"/>
                </a:solidFill>
              </a:rPr>
              <a:t> tra le classi. Questo significa che la maggior parte degli studenti tende ad appartenere a una o due classi specifiche, mentre altre classi potrebbero essere meno rappresentate. Ad esempio, è possibile che la classe con GPA tra 2 e 3 abbia un numero maggiore di istanze rispetto alle altre, creando così uno </a:t>
            </a:r>
            <a:r>
              <a:rPr b="1" lang="it">
                <a:solidFill>
                  <a:schemeClr val="dk1"/>
                </a:solidFill>
              </a:rPr>
              <a:t>sbilanciamento nel dataset</a:t>
            </a:r>
            <a:r>
              <a:rPr lang="it">
                <a:solidFill>
                  <a:schemeClr val="dk1"/>
                </a:solidFill>
              </a:rPr>
              <a:t>.</a:t>
            </a:r>
            <a:endParaRPr>
              <a:solidFill>
                <a:schemeClr val="dk1"/>
              </a:solidFill>
            </a:endParaRPr>
          </a:p>
          <a:p>
            <a:pPr indent="0" lvl="0" marL="0" rtl="0" algn="l">
              <a:lnSpc>
                <a:spcPct val="115000"/>
              </a:lnSpc>
              <a:spcBef>
                <a:spcPts val="0"/>
              </a:spcBef>
              <a:spcAft>
                <a:spcPts val="0"/>
              </a:spcAft>
              <a:buSzPts val="1100"/>
              <a:buNone/>
            </a:pPr>
            <a:r>
              <a:rPr lang="it">
                <a:solidFill>
                  <a:schemeClr val="dk1"/>
                </a:solidFill>
              </a:rPr>
              <a:t>Se una classe è significativamente più rappresentata rispetto alle altre, il modello potrebbe tendere a </a:t>
            </a:r>
            <a:r>
              <a:rPr b="1" lang="it">
                <a:solidFill>
                  <a:schemeClr val="dk1"/>
                </a:solidFill>
              </a:rPr>
              <a:t>predire più frequentemente</a:t>
            </a:r>
            <a:r>
              <a:rPr lang="it">
                <a:solidFill>
                  <a:schemeClr val="dk1"/>
                </a:solidFill>
              </a:rPr>
              <a:t> quella classe, riducendo l'accuratezza complessiva del modello per le altre classi.</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
              <a:t>wjdeidfioefioefoeofiejphifoeioibnekfiohefeq</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3969cdd6e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g33969cdd6ec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it"/>
              <a:t>Features</a:t>
            </a:r>
            <a:endParaRPr/>
          </a:p>
          <a:p>
            <a:pPr indent="0" lvl="0" marL="0" rtl="0" algn="l">
              <a:lnSpc>
                <a:spcPct val="100000"/>
              </a:lnSpc>
              <a:spcBef>
                <a:spcPts val="0"/>
              </a:spcBef>
              <a:spcAft>
                <a:spcPts val="0"/>
              </a:spcAft>
              <a:buClr>
                <a:schemeClr val="dk1"/>
              </a:buClr>
              <a:buSzPts val="1100"/>
              <a:buFont typeface="Arial"/>
              <a:buNone/>
            </a:pPr>
            <a:r>
              <a:rPr lang="it"/>
              <a:t>Diamo uno sguardo alle features per capire come sono distribuite: </a:t>
            </a:r>
            <a:endParaRPr/>
          </a:p>
          <a:p>
            <a:pPr indent="-298450" lvl="0" marL="457200" rtl="0" algn="l">
              <a:lnSpc>
                <a:spcPct val="100000"/>
              </a:lnSpc>
              <a:spcBef>
                <a:spcPts val="0"/>
              </a:spcBef>
              <a:spcAft>
                <a:spcPts val="0"/>
              </a:spcAft>
              <a:buSzPts val="1100"/>
              <a:buChar char="●"/>
            </a:pPr>
            <a:r>
              <a:rPr lang="it"/>
              <a:t>Vediamo che la distribuzione dell'età e del sesso è bilanciata.</a:t>
            </a:r>
            <a:endParaRPr/>
          </a:p>
          <a:p>
            <a:pPr indent="-298450" lvl="0" marL="457200" rtl="0" algn="l">
              <a:lnSpc>
                <a:spcPct val="100000"/>
              </a:lnSpc>
              <a:spcBef>
                <a:spcPts val="0"/>
              </a:spcBef>
              <a:spcAft>
                <a:spcPts val="0"/>
              </a:spcAft>
              <a:buSzPts val="1100"/>
              <a:buChar char="●"/>
            </a:pPr>
            <a:r>
              <a:rPr lang="it"/>
              <a:t>L'etnia caucasica è la più presente, molto più rappresentata rispetto alle altre etnie.</a:t>
            </a:r>
            <a:endParaRPr/>
          </a:p>
          <a:p>
            <a:pPr indent="-298450" lvl="0" marL="457200" rtl="0" algn="l">
              <a:lnSpc>
                <a:spcPct val="100000"/>
              </a:lnSpc>
              <a:spcBef>
                <a:spcPts val="0"/>
              </a:spcBef>
              <a:spcAft>
                <a:spcPts val="0"/>
              </a:spcAft>
              <a:buSzPts val="1100"/>
              <a:buChar char="●"/>
            </a:pPr>
            <a:r>
              <a:rPr lang="it"/>
              <a:t>Il supporto parentale e l'istruzione parentale sono distribuiti in modo simile a una distribuzione normale.</a:t>
            </a:r>
            <a:endParaRPr/>
          </a:p>
          <a:p>
            <a:pPr indent="-298450" lvl="0" marL="457200" rtl="0" algn="l">
              <a:lnSpc>
                <a:spcPct val="100000"/>
              </a:lnSpc>
              <a:spcBef>
                <a:spcPts val="0"/>
              </a:spcBef>
              <a:spcAft>
                <a:spcPts val="0"/>
              </a:spcAft>
              <a:buSzPts val="1100"/>
              <a:buChar char="●"/>
            </a:pPr>
            <a:r>
              <a:rPr lang="it"/>
              <a:t>Gli studenti che svolgono attività extracurricolari sono di meno rispetto a quelli che non le svolgono.</a:t>
            </a:r>
            <a:endParaRPr/>
          </a:p>
          <a:p>
            <a:pPr indent="-298450" lvl="0" marL="457200" rtl="0" algn="l">
              <a:lnSpc>
                <a:spcPct val="100000"/>
              </a:lnSpc>
              <a:spcBef>
                <a:spcPts val="0"/>
              </a:spcBef>
              <a:spcAft>
                <a:spcPts val="0"/>
              </a:spcAft>
              <a:buSzPts val="1100"/>
              <a:buChar char="●"/>
            </a:pPr>
            <a:r>
              <a:rPr lang="it"/>
              <a:t>Notiamo inoltre che il tempo di studio e il numero di assenze, che a priori potrebbero essere le feature più significative per la predizione, sono distribuiti in modo abbastanza bilanciato.</a:t>
            </a:r>
            <a:endParaRPr sz="1050">
              <a:solidFill>
                <a:srgbClr val="3C4043"/>
              </a:solidFill>
              <a:highlight>
                <a:srgbClr val="FFFFFF"/>
              </a:highlight>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2682def0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32682def0c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
              <a:t>inanzitutto il dataset è stato diviso in training e test rispettivamente 70 e 30 di cui i dati di training sono stati ulteriormente suddivisi test e validizione </a:t>
            </a:r>
            <a:endParaRPr/>
          </a:p>
          <a:p>
            <a:pPr indent="0" lvl="0" marL="0" rtl="0" algn="l">
              <a:lnSpc>
                <a:spcPct val="100000"/>
              </a:lnSpc>
              <a:spcBef>
                <a:spcPts val="0"/>
              </a:spcBef>
              <a:spcAft>
                <a:spcPts val="0"/>
              </a:spcAft>
              <a:buClr>
                <a:schemeClr val="dk1"/>
              </a:buClr>
              <a:buSzPts val="1100"/>
              <a:buFont typeface="Arial"/>
              <a:buNone/>
            </a:pPr>
            <a:r>
              <a:rPr lang="it"/>
              <a:t>Per ottimizzare il modello abbiamo innanzitutto cercato il valore migliore del parametro di complessità testando una serie di valori e scegliendo quello che ha prodotto le migliori prestazioni in termini di F1-score sul set di validazione.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3969cdd6e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33969cdd6ec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3969cdd6e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33969cdd6ec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3969cdd6e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g33969cdd6ec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3969cdd6e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33969cdd6ec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3972d54ea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3972d54ea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3972d54ea6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3972d54ea6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11"/>
          <p:cNvGrpSpPr/>
          <p:nvPr/>
        </p:nvGrpSpPr>
        <p:grpSpPr>
          <a:xfrm>
            <a:off x="7343003" y="3409675"/>
            <a:ext cx="1691422" cy="1732548"/>
            <a:chOff x="7343003" y="3409675"/>
            <a:chExt cx="1691422" cy="1732548"/>
          </a:xfrm>
        </p:grpSpPr>
        <p:grpSp>
          <p:nvGrpSpPr>
            <p:cNvPr id="11" name="Google Shape;11;p11"/>
            <p:cNvGrpSpPr/>
            <p:nvPr/>
          </p:nvGrpSpPr>
          <p:grpSpPr>
            <a:xfrm>
              <a:off x="7343003" y="4453711"/>
              <a:ext cx="316800" cy="688512"/>
              <a:chOff x="7343003" y="4453711"/>
              <a:chExt cx="316800" cy="688512"/>
            </a:xfrm>
          </p:grpSpPr>
          <p:sp>
            <p:nvSpPr>
              <p:cNvPr id="12" name="Google Shape;12;p11"/>
              <p:cNvSpPr/>
              <p:nvPr/>
            </p:nvSpPr>
            <p:spPr>
              <a:xfrm>
                <a:off x="7343003" y="4453711"/>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1"/>
              <p:cNvSpPr/>
              <p:nvPr/>
            </p:nvSpPr>
            <p:spPr>
              <a:xfrm>
                <a:off x="7343003" y="4801723"/>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 name="Google Shape;14;p11"/>
            <p:cNvGrpSpPr/>
            <p:nvPr/>
          </p:nvGrpSpPr>
          <p:grpSpPr>
            <a:xfrm>
              <a:off x="7801210" y="4105700"/>
              <a:ext cx="316800" cy="1036523"/>
              <a:chOff x="7801210" y="4105700"/>
              <a:chExt cx="316800" cy="1036523"/>
            </a:xfrm>
          </p:grpSpPr>
          <p:sp>
            <p:nvSpPr>
              <p:cNvPr id="15" name="Google Shape;15;p11"/>
              <p:cNvSpPr/>
              <p:nvPr/>
            </p:nvSpPr>
            <p:spPr>
              <a:xfrm>
                <a:off x="7801210" y="4453711"/>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1"/>
              <p:cNvSpPr/>
              <p:nvPr/>
            </p:nvSpPr>
            <p:spPr>
              <a:xfrm>
                <a:off x="7801210" y="410570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1"/>
              <p:cNvSpPr/>
              <p:nvPr/>
            </p:nvSpPr>
            <p:spPr>
              <a:xfrm>
                <a:off x="7801210" y="4801723"/>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11"/>
            <p:cNvGrpSpPr/>
            <p:nvPr/>
          </p:nvGrpSpPr>
          <p:grpSpPr>
            <a:xfrm>
              <a:off x="8259418" y="3757688"/>
              <a:ext cx="316800" cy="1384535"/>
              <a:chOff x="8259418" y="3757688"/>
              <a:chExt cx="316800" cy="1384535"/>
            </a:xfrm>
          </p:grpSpPr>
          <p:sp>
            <p:nvSpPr>
              <p:cNvPr id="19" name="Google Shape;19;p11"/>
              <p:cNvSpPr/>
              <p:nvPr/>
            </p:nvSpPr>
            <p:spPr>
              <a:xfrm>
                <a:off x="8259418" y="4453711"/>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1"/>
              <p:cNvSpPr/>
              <p:nvPr/>
            </p:nvSpPr>
            <p:spPr>
              <a:xfrm>
                <a:off x="8259418" y="3757688"/>
                <a:ext cx="316800" cy="1384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1"/>
              <p:cNvSpPr/>
              <p:nvPr/>
            </p:nvSpPr>
            <p:spPr>
              <a:xfrm>
                <a:off x="8259418" y="410570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1"/>
              <p:cNvSpPr/>
              <p:nvPr/>
            </p:nvSpPr>
            <p:spPr>
              <a:xfrm>
                <a:off x="8259418" y="4801723"/>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 name="Google Shape;23;p11"/>
            <p:cNvGrpSpPr/>
            <p:nvPr/>
          </p:nvGrpSpPr>
          <p:grpSpPr>
            <a:xfrm>
              <a:off x="8717625" y="3409675"/>
              <a:ext cx="316800" cy="1732548"/>
              <a:chOff x="8717625" y="3409675"/>
              <a:chExt cx="316800" cy="1732548"/>
            </a:xfrm>
          </p:grpSpPr>
          <p:sp>
            <p:nvSpPr>
              <p:cNvPr id="24" name="Google Shape;24;p11"/>
              <p:cNvSpPr/>
              <p:nvPr/>
            </p:nvSpPr>
            <p:spPr>
              <a:xfrm>
                <a:off x="8717625" y="4453711"/>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1"/>
              <p:cNvSpPr/>
              <p:nvPr/>
            </p:nvSpPr>
            <p:spPr>
              <a:xfrm>
                <a:off x="8717625" y="3757688"/>
                <a:ext cx="316800" cy="1384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1"/>
              <p:cNvSpPr/>
              <p:nvPr/>
            </p:nvSpPr>
            <p:spPr>
              <a:xfrm>
                <a:off x="8717625" y="410570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1"/>
              <p:cNvSpPr/>
              <p:nvPr/>
            </p:nvSpPr>
            <p:spPr>
              <a:xfrm>
                <a:off x="8717625" y="3409675"/>
                <a:ext cx="316800" cy="1732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1"/>
              <p:cNvSpPr/>
              <p:nvPr/>
            </p:nvSpPr>
            <p:spPr>
              <a:xfrm>
                <a:off x="8717625" y="4801723"/>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9" name="Google Shape;29;p11"/>
          <p:cNvGrpSpPr/>
          <p:nvPr/>
        </p:nvGrpSpPr>
        <p:grpSpPr>
          <a:xfrm>
            <a:off x="5043503" y="0"/>
            <a:ext cx="3814072" cy="3839102"/>
            <a:chOff x="5043503" y="0"/>
            <a:chExt cx="3814072" cy="3839102"/>
          </a:xfrm>
        </p:grpSpPr>
        <p:sp>
          <p:nvSpPr>
            <p:cNvPr id="30" name="Google Shape;30;p11"/>
            <p:cNvSpPr/>
            <p:nvPr/>
          </p:nvSpPr>
          <p:spPr>
            <a:xfrm>
              <a:off x="8460975" y="1817775"/>
              <a:ext cx="396600" cy="39660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1"/>
            <p:cNvSpPr/>
            <p:nvPr/>
          </p:nvSpPr>
          <p:spPr>
            <a:xfrm rot="-9830444">
              <a:off x="6469759" y="3480728"/>
              <a:ext cx="320148" cy="320148"/>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 name="Google Shape;32;p11"/>
            <p:cNvGrpSpPr/>
            <p:nvPr/>
          </p:nvGrpSpPr>
          <p:grpSpPr>
            <a:xfrm>
              <a:off x="7647812" y="2704283"/>
              <a:ext cx="635219" cy="635219"/>
              <a:chOff x="6725724" y="2701260"/>
              <a:chExt cx="1208101" cy="1208100"/>
            </a:xfrm>
          </p:grpSpPr>
          <p:sp>
            <p:nvSpPr>
              <p:cNvPr id="33" name="Google Shape;33;p11"/>
              <p:cNvSpPr/>
              <p:nvPr/>
            </p:nvSpPr>
            <p:spPr>
              <a:xfrm rot="5400000">
                <a:off x="6725725" y="2701260"/>
                <a:ext cx="1208100" cy="120810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1"/>
              <p:cNvSpPr/>
              <p:nvPr/>
            </p:nvSpPr>
            <p:spPr>
              <a:xfrm rot="5400000">
                <a:off x="6725724" y="2701260"/>
                <a:ext cx="1208100" cy="1208100"/>
              </a:xfrm>
              <a:prstGeom prst="pie">
                <a:avLst>
                  <a:gd fmla="val 8244818" name="adj1"/>
                  <a:gd fmla="val 16246175"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1"/>
              <p:cNvSpPr/>
              <p:nvPr/>
            </p:nvSpPr>
            <p:spPr>
              <a:xfrm rot="5400000">
                <a:off x="6954988" y="2930398"/>
                <a:ext cx="749700" cy="74970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11"/>
            <p:cNvSpPr/>
            <p:nvPr/>
          </p:nvSpPr>
          <p:spPr>
            <a:xfrm>
              <a:off x="8460975" y="1817775"/>
              <a:ext cx="396600" cy="396600"/>
            </a:xfrm>
            <a:prstGeom prst="pie">
              <a:avLst>
                <a:gd fmla="val 19376841" name="adj1"/>
                <a:gd fmla="val 1620000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 name="Google Shape;37;p11"/>
            <p:cNvGrpSpPr/>
            <p:nvPr/>
          </p:nvGrpSpPr>
          <p:grpSpPr>
            <a:xfrm>
              <a:off x="7952720" y="179238"/>
              <a:ext cx="873165" cy="873003"/>
              <a:chOff x="7754428" y="208725"/>
              <a:chExt cx="541800" cy="541800"/>
            </a:xfrm>
          </p:grpSpPr>
          <p:sp>
            <p:nvSpPr>
              <p:cNvPr id="38" name="Google Shape;38;p11"/>
              <p:cNvSpPr/>
              <p:nvPr/>
            </p:nvSpPr>
            <p:spPr>
              <a:xfrm rot="-8647347">
                <a:off x="7831319" y="285616"/>
                <a:ext cx="388018" cy="388018"/>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1"/>
              <p:cNvSpPr/>
              <p:nvPr/>
            </p:nvSpPr>
            <p:spPr>
              <a:xfrm rot="-8647347">
                <a:off x="7831319" y="285616"/>
                <a:ext cx="388018" cy="388018"/>
              </a:xfrm>
              <a:prstGeom prst="pie">
                <a:avLst>
                  <a:gd fmla="val 19376841" name="adj1"/>
                  <a:gd fmla="val 12313574"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 name="Google Shape;40;p11"/>
            <p:cNvSpPr/>
            <p:nvPr/>
          </p:nvSpPr>
          <p:spPr>
            <a:xfrm>
              <a:off x="5399840" y="356365"/>
              <a:ext cx="2577000" cy="257700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1"/>
            <p:cNvSpPr/>
            <p:nvPr/>
          </p:nvSpPr>
          <p:spPr>
            <a:xfrm rot="2043858">
              <a:off x="5503813" y="460310"/>
              <a:ext cx="2369480" cy="2369480"/>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1"/>
            <p:cNvSpPr/>
            <p:nvPr/>
          </p:nvSpPr>
          <p:spPr>
            <a:xfrm>
              <a:off x="5399795" y="360281"/>
              <a:ext cx="2577000" cy="2577000"/>
            </a:xfrm>
            <a:prstGeom prst="pie">
              <a:avLst>
                <a:gd fmla="val 8801158" name="adj1"/>
                <a:gd fmla="val 1620000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1"/>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1"/>
            <p:cNvSpPr/>
            <p:nvPr/>
          </p:nvSpPr>
          <p:spPr>
            <a:xfrm>
              <a:off x="5399795" y="356358"/>
              <a:ext cx="2577000" cy="2577000"/>
            </a:xfrm>
            <a:prstGeom prst="pie">
              <a:avLst>
                <a:gd fmla="val 12554101" name="adj1"/>
                <a:gd fmla="val 1620000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1"/>
            <p:cNvSpPr/>
            <p:nvPr/>
          </p:nvSpPr>
          <p:spPr>
            <a:xfrm rot="-9830444">
              <a:off x="6469759" y="3480727"/>
              <a:ext cx="320148" cy="320148"/>
            </a:xfrm>
            <a:prstGeom prst="pie">
              <a:avLst>
                <a:gd fmla="val 19376841" name="adj1"/>
                <a:gd fmla="val 1620000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11"/>
          <p:cNvSpPr txBox="1"/>
          <p:nvPr>
            <p:ph type="ctrTitle"/>
          </p:nvPr>
        </p:nvSpPr>
        <p:spPr>
          <a:xfrm>
            <a:off x="824000" y="1613813"/>
            <a:ext cx="42555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47" name="Google Shape;47;p11"/>
          <p:cNvSpPr txBox="1"/>
          <p:nvPr>
            <p:ph idx="1" type="subTitle"/>
          </p:nvPr>
        </p:nvSpPr>
        <p:spPr>
          <a:xfrm>
            <a:off x="824000" y="3596300"/>
            <a:ext cx="4255500" cy="69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1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grpSp>
        <p:nvGrpSpPr>
          <p:cNvPr id="50" name="Google Shape;50;p12"/>
          <p:cNvGrpSpPr/>
          <p:nvPr/>
        </p:nvGrpSpPr>
        <p:grpSpPr>
          <a:xfrm>
            <a:off x="625966" y="299376"/>
            <a:ext cx="999312" cy="999312"/>
            <a:chOff x="348199" y="179450"/>
            <a:chExt cx="1116300" cy="1116300"/>
          </a:xfrm>
        </p:grpSpPr>
        <p:sp>
          <p:nvSpPr>
            <p:cNvPr id="51" name="Google Shape;51;p12"/>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2"/>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1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4" name="Google Shape;54;p12"/>
          <p:cNvSpPr txBox="1"/>
          <p:nvPr>
            <p:ph idx="1" type="body"/>
          </p:nvPr>
        </p:nvSpPr>
        <p:spPr>
          <a:xfrm>
            <a:off x="1303800" y="1990050"/>
            <a:ext cx="70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12"/>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grpSp>
        <p:nvGrpSpPr>
          <p:cNvPr id="57" name="Google Shape;57;p21"/>
          <p:cNvGrpSpPr/>
          <p:nvPr/>
        </p:nvGrpSpPr>
        <p:grpSpPr>
          <a:xfrm>
            <a:off x="713373" y="3847119"/>
            <a:ext cx="825392" cy="825392"/>
            <a:chOff x="348199" y="179450"/>
            <a:chExt cx="1116300" cy="1116300"/>
          </a:xfrm>
        </p:grpSpPr>
        <p:sp>
          <p:nvSpPr>
            <p:cNvPr id="58" name="Google Shape;58;p21"/>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1"/>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 name="Google Shape;60;p21"/>
          <p:cNvSpPr txBox="1"/>
          <p:nvPr>
            <p:ph idx="1" type="body"/>
          </p:nvPr>
        </p:nvSpPr>
        <p:spPr>
          <a:xfrm>
            <a:off x="1303800" y="4138975"/>
            <a:ext cx="5843100" cy="534900"/>
          </a:xfrm>
          <a:prstGeom prst="rect">
            <a:avLst/>
          </a:prstGeom>
          <a:noFill/>
          <a:ln>
            <a:noFill/>
          </a:ln>
        </p:spPr>
        <p:txBody>
          <a:bodyPr anchorCtr="0" anchor="t"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61" name="Google Shape;61;p2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3"/>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grpSp>
        <p:nvGrpSpPr>
          <p:cNvPr id="65" name="Google Shape;65;p17"/>
          <p:cNvGrpSpPr/>
          <p:nvPr/>
        </p:nvGrpSpPr>
        <p:grpSpPr>
          <a:xfrm>
            <a:off x="625966" y="299376"/>
            <a:ext cx="999312" cy="999312"/>
            <a:chOff x="348199" y="179450"/>
            <a:chExt cx="1116300" cy="1116300"/>
          </a:xfrm>
        </p:grpSpPr>
        <p:sp>
          <p:nvSpPr>
            <p:cNvPr id="66" name="Google Shape;66;p17"/>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7"/>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17"/>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7"/>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70" name="Shape 70"/>
        <p:cNvGrpSpPr/>
        <p:nvPr/>
      </p:nvGrpSpPr>
      <p:grpSpPr>
        <a:xfrm>
          <a:off x="0" y="0"/>
          <a:ext cx="0" cy="0"/>
          <a:chOff x="0" y="0"/>
          <a:chExt cx="0" cy="0"/>
        </a:xfrm>
      </p:grpSpPr>
      <p:grpSp>
        <p:nvGrpSpPr>
          <p:cNvPr id="71" name="Google Shape;71;p15"/>
          <p:cNvGrpSpPr/>
          <p:nvPr/>
        </p:nvGrpSpPr>
        <p:grpSpPr>
          <a:xfrm>
            <a:off x="146769" y="3406"/>
            <a:ext cx="1233214" cy="1384535"/>
            <a:chOff x="146769" y="3406"/>
            <a:chExt cx="1233214" cy="1384535"/>
          </a:xfrm>
        </p:grpSpPr>
        <p:grpSp>
          <p:nvGrpSpPr>
            <p:cNvPr id="72" name="Google Shape;72;p15"/>
            <p:cNvGrpSpPr/>
            <p:nvPr/>
          </p:nvGrpSpPr>
          <p:grpSpPr>
            <a:xfrm>
              <a:off x="1063183" y="3406"/>
              <a:ext cx="316800" cy="688513"/>
              <a:chOff x="1063183" y="3406"/>
              <a:chExt cx="316800" cy="688513"/>
            </a:xfrm>
          </p:grpSpPr>
          <p:sp>
            <p:nvSpPr>
              <p:cNvPr id="73" name="Google Shape;73;p15"/>
              <p:cNvSpPr/>
              <p:nvPr/>
            </p:nvSpPr>
            <p:spPr>
              <a:xfrm rot="10800000">
                <a:off x="1063183" y="3419"/>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5"/>
              <p:cNvSpPr/>
              <p:nvPr/>
            </p:nvSpPr>
            <p:spPr>
              <a:xfrm rot="10800000">
                <a:off x="1063183" y="3406"/>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 name="Google Shape;75;p15"/>
            <p:cNvGrpSpPr/>
            <p:nvPr/>
          </p:nvGrpSpPr>
          <p:grpSpPr>
            <a:xfrm>
              <a:off x="604976" y="3406"/>
              <a:ext cx="316800" cy="1036524"/>
              <a:chOff x="604976" y="3406"/>
              <a:chExt cx="316800" cy="1036524"/>
            </a:xfrm>
          </p:grpSpPr>
          <p:sp>
            <p:nvSpPr>
              <p:cNvPr id="76" name="Google Shape;76;p15"/>
              <p:cNvSpPr/>
              <p:nvPr/>
            </p:nvSpPr>
            <p:spPr>
              <a:xfrm rot="10800000">
                <a:off x="604976" y="3419"/>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5"/>
              <p:cNvSpPr/>
              <p:nvPr/>
            </p:nvSpPr>
            <p:spPr>
              <a:xfrm rot="10800000">
                <a:off x="604976" y="343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5"/>
              <p:cNvSpPr/>
              <p:nvPr/>
            </p:nvSpPr>
            <p:spPr>
              <a:xfrm rot="10800000">
                <a:off x="604976" y="3406"/>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9" name="Google Shape;79;p15"/>
            <p:cNvGrpSpPr/>
            <p:nvPr/>
          </p:nvGrpSpPr>
          <p:grpSpPr>
            <a:xfrm>
              <a:off x="146769" y="3406"/>
              <a:ext cx="316800" cy="1384535"/>
              <a:chOff x="146769" y="3406"/>
              <a:chExt cx="316800" cy="1384535"/>
            </a:xfrm>
          </p:grpSpPr>
          <p:sp>
            <p:nvSpPr>
              <p:cNvPr id="80" name="Google Shape;80;p15"/>
              <p:cNvSpPr/>
              <p:nvPr/>
            </p:nvSpPr>
            <p:spPr>
              <a:xfrm rot="10800000">
                <a:off x="146769" y="3419"/>
                <a:ext cx="316800" cy="688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5"/>
              <p:cNvSpPr/>
              <p:nvPr/>
            </p:nvSpPr>
            <p:spPr>
              <a:xfrm rot="10800000">
                <a:off x="146769" y="3441"/>
                <a:ext cx="316800" cy="1384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5"/>
              <p:cNvSpPr/>
              <p:nvPr/>
            </p:nvSpPr>
            <p:spPr>
              <a:xfrm rot="10800000">
                <a:off x="146769" y="3430"/>
                <a:ext cx="316800" cy="1036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5"/>
              <p:cNvSpPr/>
              <p:nvPr/>
            </p:nvSpPr>
            <p:spPr>
              <a:xfrm rot="10800000">
                <a:off x="146769" y="3406"/>
                <a:ext cx="316800" cy="340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4" name="Google Shape;84;p15"/>
          <p:cNvGrpSpPr/>
          <p:nvPr/>
        </p:nvGrpSpPr>
        <p:grpSpPr>
          <a:xfrm>
            <a:off x="6775084" y="2904008"/>
            <a:ext cx="2186147" cy="2239500"/>
            <a:chOff x="6775084" y="2904008"/>
            <a:chExt cx="2186147" cy="2239500"/>
          </a:xfrm>
        </p:grpSpPr>
        <p:grpSp>
          <p:nvGrpSpPr>
            <p:cNvPr id="85" name="Google Shape;85;p15"/>
            <p:cNvGrpSpPr/>
            <p:nvPr/>
          </p:nvGrpSpPr>
          <p:grpSpPr>
            <a:xfrm>
              <a:off x="6775084" y="4253708"/>
              <a:ext cx="409500" cy="889800"/>
              <a:chOff x="6775084" y="4253708"/>
              <a:chExt cx="409500" cy="889800"/>
            </a:xfrm>
          </p:grpSpPr>
          <p:sp>
            <p:nvSpPr>
              <p:cNvPr id="86" name="Google Shape;86;p15"/>
              <p:cNvSpPr/>
              <p:nvPr/>
            </p:nvSpPr>
            <p:spPr>
              <a:xfrm>
                <a:off x="6775084" y="4253708"/>
                <a:ext cx="409500" cy="8898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5"/>
              <p:cNvSpPr/>
              <p:nvPr/>
            </p:nvSpPr>
            <p:spPr>
              <a:xfrm>
                <a:off x="6775084" y="4703408"/>
                <a:ext cx="409500" cy="4401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 name="Google Shape;88;p15"/>
            <p:cNvGrpSpPr/>
            <p:nvPr/>
          </p:nvGrpSpPr>
          <p:grpSpPr>
            <a:xfrm>
              <a:off x="7367299" y="3804008"/>
              <a:ext cx="409500" cy="1339500"/>
              <a:chOff x="7367299" y="3804008"/>
              <a:chExt cx="409500" cy="1339500"/>
            </a:xfrm>
          </p:grpSpPr>
          <p:sp>
            <p:nvSpPr>
              <p:cNvPr id="89" name="Google Shape;89;p15"/>
              <p:cNvSpPr/>
              <p:nvPr/>
            </p:nvSpPr>
            <p:spPr>
              <a:xfrm>
                <a:off x="7367299" y="4253708"/>
                <a:ext cx="409500" cy="8898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5"/>
              <p:cNvSpPr/>
              <p:nvPr/>
            </p:nvSpPr>
            <p:spPr>
              <a:xfrm>
                <a:off x="7367299" y="3804008"/>
                <a:ext cx="409500" cy="133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5"/>
              <p:cNvSpPr/>
              <p:nvPr/>
            </p:nvSpPr>
            <p:spPr>
              <a:xfrm>
                <a:off x="7367299" y="4703408"/>
                <a:ext cx="409500" cy="4401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 name="Google Shape;92;p15"/>
            <p:cNvGrpSpPr/>
            <p:nvPr/>
          </p:nvGrpSpPr>
          <p:grpSpPr>
            <a:xfrm>
              <a:off x="7959516" y="3354008"/>
              <a:ext cx="409500" cy="1789500"/>
              <a:chOff x="7959516" y="3354008"/>
              <a:chExt cx="409500" cy="1789500"/>
            </a:xfrm>
          </p:grpSpPr>
          <p:sp>
            <p:nvSpPr>
              <p:cNvPr id="93" name="Google Shape;93;p15"/>
              <p:cNvSpPr/>
              <p:nvPr/>
            </p:nvSpPr>
            <p:spPr>
              <a:xfrm>
                <a:off x="7959516" y="4253708"/>
                <a:ext cx="409500" cy="8898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5"/>
              <p:cNvSpPr/>
              <p:nvPr/>
            </p:nvSpPr>
            <p:spPr>
              <a:xfrm>
                <a:off x="7959516" y="3354008"/>
                <a:ext cx="409500" cy="178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5"/>
              <p:cNvSpPr/>
              <p:nvPr/>
            </p:nvSpPr>
            <p:spPr>
              <a:xfrm>
                <a:off x="7959516" y="3804008"/>
                <a:ext cx="409500" cy="133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5"/>
              <p:cNvSpPr/>
              <p:nvPr/>
            </p:nvSpPr>
            <p:spPr>
              <a:xfrm>
                <a:off x="7959516" y="4703408"/>
                <a:ext cx="409500" cy="4401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 name="Google Shape;97;p15"/>
            <p:cNvGrpSpPr/>
            <p:nvPr/>
          </p:nvGrpSpPr>
          <p:grpSpPr>
            <a:xfrm>
              <a:off x="8551731" y="2904008"/>
              <a:ext cx="409500" cy="2239500"/>
              <a:chOff x="8551731" y="2904008"/>
              <a:chExt cx="409500" cy="2239500"/>
            </a:xfrm>
          </p:grpSpPr>
          <p:sp>
            <p:nvSpPr>
              <p:cNvPr id="98" name="Google Shape;98;p15"/>
              <p:cNvSpPr/>
              <p:nvPr/>
            </p:nvSpPr>
            <p:spPr>
              <a:xfrm>
                <a:off x="8551731" y="4253708"/>
                <a:ext cx="409500" cy="8898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5"/>
              <p:cNvSpPr/>
              <p:nvPr/>
            </p:nvSpPr>
            <p:spPr>
              <a:xfrm>
                <a:off x="8551731" y="3354008"/>
                <a:ext cx="409500" cy="178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5"/>
              <p:cNvSpPr/>
              <p:nvPr/>
            </p:nvSpPr>
            <p:spPr>
              <a:xfrm>
                <a:off x="8551731" y="3804008"/>
                <a:ext cx="409500" cy="133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5"/>
              <p:cNvSpPr/>
              <p:nvPr/>
            </p:nvSpPr>
            <p:spPr>
              <a:xfrm>
                <a:off x="8551731" y="2904008"/>
                <a:ext cx="409500" cy="22395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5"/>
              <p:cNvSpPr/>
              <p:nvPr/>
            </p:nvSpPr>
            <p:spPr>
              <a:xfrm>
                <a:off x="8551731" y="4703408"/>
                <a:ext cx="409500" cy="4401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3" name="Google Shape;103;p15"/>
          <p:cNvSpPr txBox="1"/>
          <p:nvPr>
            <p:ph type="title"/>
          </p:nvPr>
        </p:nvSpPr>
        <p:spPr>
          <a:xfrm>
            <a:off x="824000" y="1613825"/>
            <a:ext cx="58578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104" name="Google Shape;104;p15"/>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5" name="Shape 105"/>
        <p:cNvGrpSpPr/>
        <p:nvPr/>
      </p:nvGrpSpPr>
      <p:grpSpPr>
        <a:xfrm>
          <a:off x="0" y="0"/>
          <a:ext cx="0" cy="0"/>
          <a:chOff x="0" y="0"/>
          <a:chExt cx="0" cy="0"/>
        </a:xfrm>
      </p:grpSpPr>
      <p:grpSp>
        <p:nvGrpSpPr>
          <p:cNvPr id="106" name="Google Shape;106;p14"/>
          <p:cNvGrpSpPr/>
          <p:nvPr/>
        </p:nvGrpSpPr>
        <p:grpSpPr>
          <a:xfrm>
            <a:off x="52" y="4099200"/>
            <a:ext cx="9144036" cy="1044300"/>
            <a:chOff x="52" y="4099200"/>
            <a:chExt cx="9144036" cy="1044300"/>
          </a:xfrm>
        </p:grpSpPr>
        <p:grpSp>
          <p:nvGrpSpPr>
            <p:cNvPr id="107" name="Google Shape;107;p14"/>
            <p:cNvGrpSpPr/>
            <p:nvPr/>
          </p:nvGrpSpPr>
          <p:grpSpPr>
            <a:xfrm>
              <a:off x="52" y="4309200"/>
              <a:ext cx="231622" cy="834300"/>
              <a:chOff x="2688737" y="4301380"/>
              <a:chExt cx="231900" cy="834300"/>
            </a:xfrm>
          </p:grpSpPr>
          <p:sp>
            <p:nvSpPr>
              <p:cNvPr id="108" name="Google Shape;108;p14"/>
              <p:cNvSpPr/>
              <p:nvPr/>
            </p:nvSpPr>
            <p:spPr>
              <a:xfrm flipH="1">
                <a:off x="2688737" y="4720780"/>
                <a:ext cx="2319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4"/>
              <p:cNvSpPr/>
              <p:nvPr/>
            </p:nvSpPr>
            <p:spPr>
              <a:xfrm flipH="1">
                <a:off x="2688737" y="4301380"/>
                <a:ext cx="2319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flipH="1">
                <a:off x="2688737" y="4511080"/>
                <a:ext cx="2319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flipH="1">
                <a:off x="2688737" y="4930480"/>
                <a:ext cx="2319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2" name="Google Shape;112;p14"/>
            <p:cNvGrpSpPr/>
            <p:nvPr/>
          </p:nvGrpSpPr>
          <p:grpSpPr>
            <a:xfrm>
              <a:off x="371406" y="4099200"/>
              <a:ext cx="231622" cy="1044300"/>
              <a:chOff x="2688737" y="4091380"/>
              <a:chExt cx="231900" cy="1044300"/>
            </a:xfrm>
          </p:grpSpPr>
          <p:sp>
            <p:nvSpPr>
              <p:cNvPr id="113" name="Google Shape;113;p14"/>
              <p:cNvSpPr/>
              <p:nvPr/>
            </p:nvSpPr>
            <p:spPr>
              <a:xfrm flipH="1">
                <a:off x="2688737" y="4720780"/>
                <a:ext cx="2319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4"/>
              <p:cNvSpPr/>
              <p:nvPr/>
            </p:nvSpPr>
            <p:spPr>
              <a:xfrm flipH="1">
                <a:off x="2688737" y="4301380"/>
                <a:ext cx="2319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4"/>
              <p:cNvSpPr/>
              <p:nvPr/>
            </p:nvSpPr>
            <p:spPr>
              <a:xfrm flipH="1">
                <a:off x="2688737" y="4511080"/>
                <a:ext cx="2319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4"/>
              <p:cNvSpPr/>
              <p:nvPr/>
            </p:nvSpPr>
            <p:spPr>
              <a:xfrm flipH="1">
                <a:off x="2688737" y="4091380"/>
                <a:ext cx="2319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4"/>
              <p:cNvSpPr/>
              <p:nvPr/>
            </p:nvSpPr>
            <p:spPr>
              <a:xfrm flipH="1">
                <a:off x="2688737" y="4930480"/>
                <a:ext cx="2319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 name="Google Shape;118;p14"/>
            <p:cNvGrpSpPr/>
            <p:nvPr/>
          </p:nvGrpSpPr>
          <p:grpSpPr>
            <a:xfrm>
              <a:off x="742761" y="4309200"/>
              <a:ext cx="231622" cy="834300"/>
              <a:chOff x="2688737" y="4301380"/>
              <a:chExt cx="231900" cy="834300"/>
            </a:xfrm>
          </p:grpSpPr>
          <p:sp>
            <p:nvSpPr>
              <p:cNvPr id="119" name="Google Shape;119;p14"/>
              <p:cNvSpPr/>
              <p:nvPr/>
            </p:nvSpPr>
            <p:spPr>
              <a:xfrm flipH="1">
                <a:off x="2688737" y="4720780"/>
                <a:ext cx="2319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4"/>
              <p:cNvSpPr/>
              <p:nvPr/>
            </p:nvSpPr>
            <p:spPr>
              <a:xfrm flipH="1">
                <a:off x="2688737" y="4301380"/>
                <a:ext cx="2319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4"/>
              <p:cNvSpPr/>
              <p:nvPr/>
            </p:nvSpPr>
            <p:spPr>
              <a:xfrm flipH="1">
                <a:off x="2688737" y="4511080"/>
                <a:ext cx="2319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4"/>
              <p:cNvSpPr/>
              <p:nvPr/>
            </p:nvSpPr>
            <p:spPr>
              <a:xfrm flipH="1">
                <a:off x="2688737" y="4930480"/>
                <a:ext cx="2319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 name="Google Shape;123;p14"/>
            <p:cNvGrpSpPr/>
            <p:nvPr/>
          </p:nvGrpSpPr>
          <p:grpSpPr>
            <a:xfrm>
              <a:off x="1114115" y="4518900"/>
              <a:ext cx="231622" cy="624600"/>
              <a:chOff x="2688737" y="4511080"/>
              <a:chExt cx="231900" cy="624600"/>
            </a:xfrm>
          </p:grpSpPr>
          <p:sp>
            <p:nvSpPr>
              <p:cNvPr id="124" name="Google Shape;124;p14"/>
              <p:cNvSpPr/>
              <p:nvPr/>
            </p:nvSpPr>
            <p:spPr>
              <a:xfrm flipH="1">
                <a:off x="2688737" y="4720780"/>
                <a:ext cx="2319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4"/>
              <p:cNvSpPr/>
              <p:nvPr/>
            </p:nvSpPr>
            <p:spPr>
              <a:xfrm flipH="1">
                <a:off x="2688737" y="4511080"/>
                <a:ext cx="2319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4"/>
              <p:cNvSpPr/>
              <p:nvPr/>
            </p:nvSpPr>
            <p:spPr>
              <a:xfrm flipH="1">
                <a:off x="2688737" y="4930480"/>
                <a:ext cx="2319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7" name="Google Shape;127;p14"/>
            <p:cNvGrpSpPr/>
            <p:nvPr/>
          </p:nvGrpSpPr>
          <p:grpSpPr>
            <a:xfrm>
              <a:off x="1856753" y="4099200"/>
              <a:ext cx="231600" cy="1044300"/>
              <a:chOff x="1856753" y="4099200"/>
              <a:chExt cx="231600" cy="1044300"/>
            </a:xfrm>
          </p:grpSpPr>
          <p:sp>
            <p:nvSpPr>
              <p:cNvPr id="128" name="Google Shape;128;p14"/>
              <p:cNvSpPr/>
              <p:nvPr/>
            </p:nvSpPr>
            <p:spPr>
              <a:xfrm flipH="1">
                <a:off x="1856753"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4"/>
              <p:cNvSpPr/>
              <p:nvPr/>
            </p:nvSpPr>
            <p:spPr>
              <a:xfrm flipH="1">
                <a:off x="1856753"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4"/>
              <p:cNvSpPr/>
              <p:nvPr/>
            </p:nvSpPr>
            <p:spPr>
              <a:xfrm flipH="1">
                <a:off x="1856753"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4"/>
              <p:cNvSpPr/>
              <p:nvPr/>
            </p:nvSpPr>
            <p:spPr>
              <a:xfrm flipH="1">
                <a:off x="1856753"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4"/>
              <p:cNvSpPr/>
              <p:nvPr/>
            </p:nvSpPr>
            <p:spPr>
              <a:xfrm flipH="1">
                <a:off x="1856753"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 name="Google Shape;133;p14"/>
            <p:cNvGrpSpPr/>
            <p:nvPr/>
          </p:nvGrpSpPr>
          <p:grpSpPr>
            <a:xfrm>
              <a:off x="2228107" y="4309200"/>
              <a:ext cx="231600" cy="834300"/>
              <a:chOff x="2228107" y="4309200"/>
              <a:chExt cx="231600" cy="834300"/>
            </a:xfrm>
          </p:grpSpPr>
          <p:sp>
            <p:nvSpPr>
              <p:cNvPr id="134" name="Google Shape;134;p14"/>
              <p:cNvSpPr/>
              <p:nvPr/>
            </p:nvSpPr>
            <p:spPr>
              <a:xfrm flipH="1">
                <a:off x="2228107"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4"/>
              <p:cNvSpPr/>
              <p:nvPr/>
            </p:nvSpPr>
            <p:spPr>
              <a:xfrm flipH="1">
                <a:off x="2228107"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4"/>
              <p:cNvSpPr/>
              <p:nvPr/>
            </p:nvSpPr>
            <p:spPr>
              <a:xfrm flipH="1">
                <a:off x="2228107"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4"/>
              <p:cNvSpPr/>
              <p:nvPr/>
            </p:nvSpPr>
            <p:spPr>
              <a:xfrm flipH="1">
                <a:off x="2228107"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8" name="Google Shape;138;p14"/>
            <p:cNvGrpSpPr/>
            <p:nvPr/>
          </p:nvGrpSpPr>
          <p:grpSpPr>
            <a:xfrm>
              <a:off x="2599462" y="4518900"/>
              <a:ext cx="231600" cy="624600"/>
              <a:chOff x="2599462" y="4518900"/>
              <a:chExt cx="231600" cy="624600"/>
            </a:xfrm>
          </p:grpSpPr>
          <p:sp>
            <p:nvSpPr>
              <p:cNvPr id="139" name="Google Shape;139;p14"/>
              <p:cNvSpPr/>
              <p:nvPr/>
            </p:nvSpPr>
            <p:spPr>
              <a:xfrm flipH="1">
                <a:off x="2599462"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4"/>
              <p:cNvSpPr/>
              <p:nvPr/>
            </p:nvSpPr>
            <p:spPr>
              <a:xfrm flipH="1">
                <a:off x="2599462"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4"/>
              <p:cNvSpPr/>
              <p:nvPr/>
            </p:nvSpPr>
            <p:spPr>
              <a:xfrm flipH="1">
                <a:off x="2599462"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 name="Google Shape;142;p14"/>
            <p:cNvGrpSpPr/>
            <p:nvPr/>
          </p:nvGrpSpPr>
          <p:grpSpPr>
            <a:xfrm>
              <a:off x="3342171" y="4099200"/>
              <a:ext cx="231600" cy="1044300"/>
              <a:chOff x="3342171" y="4099200"/>
              <a:chExt cx="231600" cy="1044300"/>
            </a:xfrm>
          </p:grpSpPr>
          <p:sp>
            <p:nvSpPr>
              <p:cNvPr id="143" name="Google Shape;143;p14"/>
              <p:cNvSpPr/>
              <p:nvPr/>
            </p:nvSpPr>
            <p:spPr>
              <a:xfrm flipH="1">
                <a:off x="3342171"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4"/>
              <p:cNvSpPr/>
              <p:nvPr/>
            </p:nvSpPr>
            <p:spPr>
              <a:xfrm flipH="1">
                <a:off x="3342171"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4"/>
              <p:cNvSpPr/>
              <p:nvPr/>
            </p:nvSpPr>
            <p:spPr>
              <a:xfrm flipH="1">
                <a:off x="3342171"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4"/>
              <p:cNvSpPr/>
              <p:nvPr/>
            </p:nvSpPr>
            <p:spPr>
              <a:xfrm flipH="1">
                <a:off x="3342171"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4"/>
              <p:cNvSpPr/>
              <p:nvPr/>
            </p:nvSpPr>
            <p:spPr>
              <a:xfrm flipH="1">
                <a:off x="3342171"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 name="Google Shape;148;p14"/>
            <p:cNvGrpSpPr/>
            <p:nvPr/>
          </p:nvGrpSpPr>
          <p:grpSpPr>
            <a:xfrm>
              <a:off x="3713525" y="4309200"/>
              <a:ext cx="231600" cy="834300"/>
              <a:chOff x="3713525" y="4309200"/>
              <a:chExt cx="231600" cy="834300"/>
            </a:xfrm>
          </p:grpSpPr>
          <p:sp>
            <p:nvSpPr>
              <p:cNvPr id="149" name="Google Shape;149;p14"/>
              <p:cNvSpPr/>
              <p:nvPr/>
            </p:nvSpPr>
            <p:spPr>
              <a:xfrm flipH="1">
                <a:off x="3713525"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4"/>
              <p:cNvSpPr/>
              <p:nvPr/>
            </p:nvSpPr>
            <p:spPr>
              <a:xfrm flipH="1">
                <a:off x="3713525"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4"/>
              <p:cNvSpPr/>
              <p:nvPr/>
            </p:nvSpPr>
            <p:spPr>
              <a:xfrm flipH="1">
                <a:off x="3713525"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4"/>
              <p:cNvSpPr/>
              <p:nvPr/>
            </p:nvSpPr>
            <p:spPr>
              <a:xfrm flipH="1">
                <a:off x="3713525"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 name="Google Shape;153;p14"/>
            <p:cNvGrpSpPr/>
            <p:nvPr/>
          </p:nvGrpSpPr>
          <p:grpSpPr>
            <a:xfrm>
              <a:off x="1485398" y="4309200"/>
              <a:ext cx="231600" cy="834300"/>
              <a:chOff x="1485398" y="4309200"/>
              <a:chExt cx="231600" cy="834300"/>
            </a:xfrm>
          </p:grpSpPr>
          <p:sp>
            <p:nvSpPr>
              <p:cNvPr id="154" name="Google Shape;154;p14"/>
              <p:cNvSpPr/>
              <p:nvPr/>
            </p:nvSpPr>
            <p:spPr>
              <a:xfrm flipH="1">
                <a:off x="1485398"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4"/>
              <p:cNvSpPr/>
              <p:nvPr/>
            </p:nvSpPr>
            <p:spPr>
              <a:xfrm flipH="1">
                <a:off x="1485398"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4"/>
              <p:cNvSpPr/>
              <p:nvPr/>
            </p:nvSpPr>
            <p:spPr>
              <a:xfrm flipH="1">
                <a:off x="1485398"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4"/>
              <p:cNvSpPr/>
              <p:nvPr/>
            </p:nvSpPr>
            <p:spPr>
              <a:xfrm flipH="1">
                <a:off x="1485398"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 name="Google Shape;158;p14"/>
            <p:cNvGrpSpPr/>
            <p:nvPr/>
          </p:nvGrpSpPr>
          <p:grpSpPr>
            <a:xfrm>
              <a:off x="4084879" y="4518900"/>
              <a:ext cx="231600" cy="624600"/>
              <a:chOff x="4084879" y="4518900"/>
              <a:chExt cx="231600" cy="624600"/>
            </a:xfrm>
          </p:grpSpPr>
          <p:sp>
            <p:nvSpPr>
              <p:cNvPr id="159" name="Google Shape;159;p14"/>
              <p:cNvSpPr/>
              <p:nvPr/>
            </p:nvSpPr>
            <p:spPr>
              <a:xfrm flipH="1">
                <a:off x="4084879"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4"/>
              <p:cNvSpPr/>
              <p:nvPr/>
            </p:nvSpPr>
            <p:spPr>
              <a:xfrm flipH="1">
                <a:off x="4084879"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4"/>
              <p:cNvSpPr/>
              <p:nvPr/>
            </p:nvSpPr>
            <p:spPr>
              <a:xfrm flipH="1">
                <a:off x="4084879"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 name="Google Shape;162;p14"/>
            <p:cNvGrpSpPr/>
            <p:nvPr/>
          </p:nvGrpSpPr>
          <p:grpSpPr>
            <a:xfrm>
              <a:off x="2970816" y="4309200"/>
              <a:ext cx="231600" cy="834300"/>
              <a:chOff x="2970816" y="4309200"/>
              <a:chExt cx="231600" cy="834300"/>
            </a:xfrm>
          </p:grpSpPr>
          <p:sp>
            <p:nvSpPr>
              <p:cNvPr id="163" name="Google Shape;163;p14"/>
              <p:cNvSpPr/>
              <p:nvPr/>
            </p:nvSpPr>
            <p:spPr>
              <a:xfrm flipH="1">
                <a:off x="2970816"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4"/>
              <p:cNvSpPr/>
              <p:nvPr/>
            </p:nvSpPr>
            <p:spPr>
              <a:xfrm flipH="1">
                <a:off x="2970816"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4"/>
              <p:cNvSpPr/>
              <p:nvPr/>
            </p:nvSpPr>
            <p:spPr>
              <a:xfrm flipH="1">
                <a:off x="2970816"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4"/>
              <p:cNvSpPr/>
              <p:nvPr/>
            </p:nvSpPr>
            <p:spPr>
              <a:xfrm flipH="1">
                <a:off x="2970816"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7" name="Google Shape;167;p14"/>
            <p:cNvGrpSpPr/>
            <p:nvPr/>
          </p:nvGrpSpPr>
          <p:grpSpPr>
            <a:xfrm>
              <a:off x="4456234" y="4309200"/>
              <a:ext cx="231600" cy="834300"/>
              <a:chOff x="4456234" y="4309200"/>
              <a:chExt cx="231600" cy="834300"/>
            </a:xfrm>
          </p:grpSpPr>
          <p:sp>
            <p:nvSpPr>
              <p:cNvPr id="168" name="Google Shape;168;p14"/>
              <p:cNvSpPr/>
              <p:nvPr/>
            </p:nvSpPr>
            <p:spPr>
              <a:xfrm flipH="1">
                <a:off x="4456234"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4"/>
              <p:cNvSpPr/>
              <p:nvPr/>
            </p:nvSpPr>
            <p:spPr>
              <a:xfrm flipH="1">
                <a:off x="4456234"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4"/>
              <p:cNvSpPr/>
              <p:nvPr/>
            </p:nvSpPr>
            <p:spPr>
              <a:xfrm flipH="1">
                <a:off x="4456234"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4"/>
              <p:cNvSpPr/>
              <p:nvPr/>
            </p:nvSpPr>
            <p:spPr>
              <a:xfrm flipH="1">
                <a:off x="4456234"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2" name="Google Shape;172;p14"/>
            <p:cNvGrpSpPr/>
            <p:nvPr/>
          </p:nvGrpSpPr>
          <p:grpSpPr>
            <a:xfrm>
              <a:off x="4827588" y="4099200"/>
              <a:ext cx="231600" cy="1044300"/>
              <a:chOff x="4827588" y="4099200"/>
              <a:chExt cx="231600" cy="1044300"/>
            </a:xfrm>
          </p:grpSpPr>
          <p:sp>
            <p:nvSpPr>
              <p:cNvPr id="173" name="Google Shape;173;p14"/>
              <p:cNvSpPr/>
              <p:nvPr/>
            </p:nvSpPr>
            <p:spPr>
              <a:xfrm flipH="1">
                <a:off x="4827588"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4"/>
              <p:cNvSpPr/>
              <p:nvPr/>
            </p:nvSpPr>
            <p:spPr>
              <a:xfrm flipH="1">
                <a:off x="4827588"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4"/>
              <p:cNvSpPr/>
              <p:nvPr/>
            </p:nvSpPr>
            <p:spPr>
              <a:xfrm flipH="1">
                <a:off x="4827588"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4"/>
              <p:cNvSpPr/>
              <p:nvPr/>
            </p:nvSpPr>
            <p:spPr>
              <a:xfrm flipH="1">
                <a:off x="4827588"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4"/>
              <p:cNvSpPr/>
              <p:nvPr/>
            </p:nvSpPr>
            <p:spPr>
              <a:xfrm flipH="1">
                <a:off x="4827588"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8" name="Google Shape;178;p14"/>
            <p:cNvGrpSpPr/>
            <p:nvPr/>
          </p:nvGrpSpPr>
          <p:grpSpPr>
            <a:xfrm>
              <a:off x="5198943" y="4309200"/>
              <a:ext cx="231600" cy="834300"/>
              <a:chOff x="5198943" y="4309200"/>
              <a:chExt cx="231600" cy="834300"/>
            </a:xfrm>
          </p:grpSpPr>
          <p:sp>
            <p:nvSpPr>
              <p:cNvPr id="179" name="Google Shape;179;p14"/>
              <p:cNvSpPr/>
              <p:nvPr/>
            </p:nvSpPr>
            <p:spPr>
              <a:xfrm flipH="1">
                <a:off x="5198943"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flipH="1">
                <a:off x="5198943"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4"/>
              <p:cNvSpPr/>
              <p:nvPr/>
            </p:nvSpPr>
            <p:spPr>
              <a:xfrm flipH="1">
                <a:off x="5198943"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4"/>
              <p:cNvSpPr/>
              <p:nvPr/>
            </p:nvSpPr>
            <p:spPr>
              <a:xfrm flipH="1">
                <a:off x="5198943"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3" name="Google Shape;183;p14"/>
            <p:cNvGrpSpPr/>
            <p:nvPr/>
          </p:nvGrpSpPr>
          <p:grpSpPr>
            <a:xfrm>
              <a:off x="5570297" y="4518900"/>
              <a:ext cx="231600" cy="624600"/>
              <a:chOff x="5570297" y="4518900"/>
              <a:chExt cx="231600" cy="624600"/>
            </a:xfrm>
          </p:grpSpPr>
          <p:sp>
            <p:nvSpPr>
              <p:cNvPr id="184" name="Google Shape;184;p14"/>
              <p:cNvSpPr/>
              <p:nvPr/>
            </p:nvSpPr>
            <p:spPr>
              <a:xfrm flipH="1">
                <a:off x="5570297"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4"/>
              <p:cNvSpPr/>
              <p:nvPr/>
            </p:nvSpPr>
            <p:spPr>
              <a:xfrm flipH="1">
                <a:off x="5570297"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4"/>
              <p:cNvSpPr/>
              <p:nvPr/>
            </p:nvSpPr>
            <p:spPr>
              <a:xfrm flipH="1">
                <a:off x="5570297"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 name="Google Shape;187;p14"/>
            <p:cNvGrpSpPr/>
            <p:nvPr/>
          </p:nvGrpSpPr>
          <p:grpSpPr>
            <a:xfrm>
              <a:off x="5941652" y="4309200"/>
              <a:ext cx="231600" cy="834300"/>
              <a:chOff x="5941652" y="4309200"/>
              <a:chExt cx="231600" cy="834300"/>
            </a:xfrm>
          </p:grpSpPr>
          <p:sp>
            <p:nvSpPr>
              <p:cNvPr id="188" name="Google Shape;188;p14"/>
              <p:cNvSpPr/>
              <p:nvPr/>
            </p:nvSpPr>
            <p:spPr>
              <a:xfrm flipH="1">
                <a:off x="5941652"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4"/>
              <p:cNvSpPr/>
              <p:nvPr/>
            </p:nvSpPr>
            <p:spPr>
              <a:xfrm flipH="1">
                <a:off x="5941652"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4"/>
              <p:cNvSpPr/>
              <p:nvPr/>
            </p:nvSpPr>
            <p:spPr>
              <a:xfrm flipH="1">
                <a:off x="5941652"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4"/>
              <p:cNvSpPr/>
              <p:nvPr/>
            </p:nvSpPr>
            <p:spPr>
              <a:xfrm flipH="1">
                <a:off x="5941652"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2" name="Google Shape;192;p14"/>
            <p:cNvGrpSpPr/>
            <p:nvPr/>
          </p:nvGrpSpPr>
          <p:grpSpPr>
            <a:xfrm>
              <a:off x="6313006" y="4099200"/>
              <a:ext cx="231600" cy="1044300"/>
              <a:chOff x="6313006" y="4099200"/>
              <a:chExt cx="231600" cy="1044300"/>
            </a:xfrm>
          </p:grpSpPr>
          <p:sp>
            <p:nvSpPr>
              <p:cNvPr id="193" name="Google Shape;193;p14"/>
              <p:cNvSpPr/>
              <p:nvPr/>
            </p:nvSpPr>
            <p:spPr>
              <a:xfrm flipH="1">
                <a:off x="6313006"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4"/>
              <p:cNvSpPr/>
              <p:nvPr/>
            </p:nvSpPr>
            <p:spPr>
              <a:xfrm flipH="1">
                <a:off x="6313006"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4"/>
              <p:cNvSpPr/>
              <p:nvPr/>
            </p:nvSpPr>
            <p:spPr>
              <a:xfrm flipH="1">
                <a:off x="6313006"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4"/>
              <p:cNvSpPr/>
              <p:nvPr/>
            </p:nvSpPr>
            <p:spPr>
              <a:xfrm flipH="1">
                <a:off x="6313006"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4"/>
              <p:cNvSpPr/>
              <p:nvPr/>
            </p:nvSpPr>
            <p:spPr>
              <a:xfrm flipH="1">
                <a:off x="6313006"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14"/>
            <p:cNvGrpSpPr/>
            <p:nvPr/>
          </p:nvGrpSpPr>
          <p:grpSpPr>
            <a:xfrm>
              <a:off x="6684361" y="4309200"/>
              <a:ext cx="231600" cy="834300"/>
              <a:chOff x="6684361" y="4309200"/>
              <a:chExt cx="231600" cy="834300"/>
            </a:xfrm>
          </p:grpSpPr>
          <p:sp>
            <p:nvSpPr>
              <p:cNvPr id="199" name="Google Shape;199;p14"/>
              <p:cNvSpPr/>
              <p:nvPr/>
            </p:nvSpPr>
            <p:spPr>
              <a:xfrm flipH="1">
                <a:off x="6684361"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4"/>
              <p:cNvSpPr/>
              <p:nvPr/>
            </p:nvSpPr>
            <p:spPr>
              <a:xfrm flipH="1">
                <a:off x="6684361"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4"/>
              <p:cNvSpPr/>
              <p:nvPr/>
            </p:nvSpPr>
            <p:spPr>
              <a:xfrm flipH="1">
                <a:off x="6684361"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4"/>
              <p:cNvSpPr/>
              <p:nvPr/>
            </p:nvSpPr>
            <p:spPr>
              <a:xfrm flipH="1">
                <a:off x="6684361"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3" name="Google Shape;203;p14"/>
            <p:cNvGrpSpPr/>
            <p:nvPr/>
          </p:nvGrpSpPr>
          <p:grpSpPr>
            <a:xfrm>
              <a:off x="7055715" y="4518900"/>
              <a:ext cx="231600" cy="624600"/>
              <a:chOff x="7055715" y="4518900"/>
              <a:chExt cx="231600" cy="624600"/>
            </a:xfrm>
          </p:grpSpPr>
          <p:sp>
            <p:nvSpPr>
              <p:cNvPr id="204" name="Google Shape;204;p14"/>
              <p:cNvSpPr/>
              <p:nvPr/>
            </p:nvSpPr>
            <p:spPr>
              <a:xfrm flipH="1">
                <a:off x="7055715"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4"/>
              <p:cNvSpPr/>
              <p:nvPr/>
            </p:nvSpPr>
            <p:spPr>
              <a:xfrm flipH="1">
                <a:off x="7055715"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4"/>
              <p:cNvSpPr/>
              <p:nvPr/>
            </p:nvSpPr>
            <p:spPr>
              <a:xfrm flipH="1">
                <a:off x="7055715"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7" name="Google Shape;207;p14"/>
            <p:cNvGrpSpPr/>
            <p:nvPr/>
          </p:nvGrpSpPr>
          <p:grpSpPr>
            <a:xfrm>
              <a:off x="7798424" y="4099200"/>
              <a:ext cx="231600" cy="1044300"/>
              <a:chOff x="7798424" y="4099200"/>
              <a:chExt cx="231600" cy="1044300"/>
            </a:xfrm>
          </p:grpSpPr>
          <p:sp>
            <p:nvSpPr>
              <p:cNvPr id="208" name="Google Shape;208;p14"/>
              <p:cNvSpPr/>
              <p:nvPr/>
            </p:nvSpPr>
            <p:spPr>
              <a:xfrm flipH="1">
                <a:off x="7798424"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4"/>
              <p:cNvSpPr/>
              <p:nvPr/>
            </p:nvSpPr>
            <p:spPr>
              <a:xfrm flipH="1">
                <a:off x="7798424"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4"/>
              <p:cNvSpPr/>
              <p:nvPr/>
            </p:nvSpPr>
            <p:spPr>
              <a:xfrm flipH="1">
                <a:off x="7798424"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4"/>
              <p:cNvSpPr/>
              <p:nvPr/>
            </p:nvSpPr>
            <p:spPr>
              <a:xfrm flipH="1">
                <a:off x="7798424" y="4099200"/>
                <a:ext cx="231600" cy="104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4"/>
              <p:cNvSpPr/>
              <p:nvPr/>
            </p:nvSpPr>
            <p:spPr>
              <a:xfrm flipH="1">
                <a:off x="7798424"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3" name="Google Shape;213;p14"/>
            <p:cNvGrpSpPr/>
            <p:nvPr/>
          </p:nvGrpSpPr>
          <p:grpSpPr>
            <a:xfrm>
              <a:off x="8169779" y="4309200"/>
              <a:ext cx="231600" cy="834300"/>
              <a:chOff x="8169779" y="4309200"/>
              <a:chExt cx="231600" cy="834300"/>
            </a:xfrm>
          </p:grpSpPr>
          <p:sp>
            <p:nvSpPr>
              <p:cNvPr id="214" name="Google Shape;214;p14"/>
              <p:cNvSpPr/>
              <p:nvPr/>
            </p:nvSpPr>
            <p:spPr>
              <a:xfrm flipH="1">
                <a:off x="8169779"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4"/>
              <p:cNvSpPr/>
              <p:nvPr/>
            </p:nvSpPr>
            <p:spPr>
              <a:xfrm flipH="1">
                <a:off x="8169779"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4"/>
              <p:cNvSpPr/>
              <p:nvPr/>
            </p:nvSpPr>
            <p:spPr>
              <a:xfrm flipH="1">
                <a:off x="8169779"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4"/>
              <p:cNvSpPr/>
              <p:nvPr/>
            </p:nvSpPr>
            <p:spPr>
              <a:xfrm flipH="1">
                <a:off x="8169779"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8" name="Google Shape;218;p14"/>
            <p:cNvGrpSpPr/>
            <p:nvPr/>
          </p:nvGrpSpPr>
          <p:grpSpPr>
            <a:xfrm>
              <a:off x="7427070" y="4309200"/>
              <a:ext cx="231600" cy="834300"/>
              <a:chOff x="7427070" y="4309200"/>
              <a:chExt cx="231600" cy="834300"/>
            </a:xfrm>
          </p:grpSpPr>
          <p:sp>
            <p:nvSpPr>
              <p:cNvPr id="219" name="Google Shape;219;p14"/>
              <p:cNvSpPr/>
              <p:nvPr/>
            </p:nvSpPr>
            <p:spPr>
              <a:xfrm flipH="1">
                <a:off x="7427070"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4"/>
              <p:cNvSpPr/>
              <p:nvPr/>
            </p:nvSpPr>
            <p:spPr>
              <a:xfrm flipH="1">
                <a:off x="7427070"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4"/>
              <p:cNvSpPr/>
              <p:nvPr/>
            </p:nvSpPr>
            <p:spPr>
              <a:xfrm flipH="1">
                <a:off x="7427070"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4"/>
              <p:cNvSpPr/>
              <p:nvPr/>
            </p:nvSpPr>
            <p:spPr>
              <a:xfrm flipH="1">
                <a:off x="7427070"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 name="Google Shape;223;p14"/>
            <p:cNvGrpSpPr/>
            <p:nvPr/>
          </p:nvGrpSpPr>
          <p:grpSpPr>
            <a:xfrm>
              <a:off x="8541133" y="4518900"/>
              <a:ext cx="231600" cy="624600"/>
              <a:chOff x="8541133" y="4518900"/>
              <a:chExt cx="231600" cy="624600"/>
            </a:xfrm>
          </p:grpSpPr>
          <p:sp>
            <p:nvSpPr>
              <p:cNvPr id="224" name="Google Shape;224;p14"/>
              <p:cNvSpPr/>
              <p:nvPr/>
            </p:nvSpPr>
            <p:spPr>
              <a:xfrm flipH="1">
                <a:off x="8541133"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4"/>
              <p:cNvSpPr/>
              <p:nvPr/>
            </p:nvSpPr>
            <p:spPr>
              <a:xfrm flipH="1">
                <a:off x="8541133"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4"/>
              <p:cNvSpPr/>
              <p:nvPr/>
            </p:nvSpPr>
            <p:spPr>
              <a:xfrm flipH="1">
                <a:off x="8541133"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 name="Google Shape;227;p14"/>
            <p:cNvGrpSpPr/>
            <p:nvPr/>
          </p:nvGrpSpPr>
          <p:grpSpPr>
            <a:xfrm>
              <a:off x="8912488" y="4309200"/>
              <a:ext cx="231600" cy="834300"/>
              <a:chOff x="8912488" y="4309200"/>
              <a:chExt cx="231600" cy="834300"/>
            </a:xfrm>
          </p:grpSpPr>
          <p:sp>
            <p:nvSpPr>
              <p:cNvPr id="228" name="Google Shape;228;p14"/>
              <p:cNvSpPr/>
              <p:nvPr/>
            </p:nvSpPr>
            <p:spPr>
              <a:xfrm flipH="1">
                <a:off x="8912488" y="4728600"/>
                <a:ext cx="231600" cy="4149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4"/>
              <p:cNvSpPr/>
              <p:nvPr/>
            </p:nvSpPr>
            <p:spPr>
              <a:xfrm flipH="1">
                <a:off x="8912488" y="4309200"/>
                <a:ext cx="231600" cy="8343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4"/>
              <p:cNvSpPr/>
              <p:nvPr/>
            </p:nvSpPr>
            <p:spPr>
              <a:xfrm flipH="1">
                <a:off x="8912488" y="4518900"/>
                <a:ext cx="231600" cy="6246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4"/>
              <p:cNvSpPr/>
              <p:nvPr/>
            </p:nvSpPr>
            <p:spPr>
              <a:xfrm flipH="1">
                <a:off x="8912488" y="4938300"/>
                <a:ext cx="231600" cy="205200"/>
              </a:xfrm>
              <a:prstGeom prst="round2SameRect">
                <a:avLst>
                  <a:gd fmla="val 50000" name="adj1"/>
                  <a:gd fmla="val 0"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2" name="Google Shape;232;p14"/>
          <p:cNvSpPr txBox="1"/>
          <p:nvPr>
            <p:ph hasCustomPrompt="1" type="title"/>
          </p:nvPr>
        </p:nvSpPr>
        <p:spPr>
          <a:xfrm>
            <a:off x="1388625" y="772725"/>
            <a:ext cx="6366900" cy="1863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8000"/>
              <a:buNone/>
              <a:defRPr sz="8000">
                <a:solidFill>
                  <a:schemeClr val="lt1"/>
                </a:solidFill>
              </a:defRPr>
            </a:lvl1pPr>
            <a:lvl2pPr lvl="1" algn="ctr">
              <a:lnSpc>
                <a:spcPct val="100000"/>
              </a:lnSpc>
              <a:spcBef>
                <a:spcPts val="0"/>
              </a:spcBef>
              <a:spcAft>
                <a:spcPts val="0"/>
              </a:spcAft>
              <a:buClr>
                <a:schemeClr val="lt1"/>
              </a:buClr>
              <a:buSzPts val="8000"/>
              <a:buNone/>
              <a:defRPr sz="8000">
                <a:solidFill>
                  <a:schemeClr val="lt1"/>
                </a:solidFill>
              </a:defRPr>
            </a:lvl2pPr>
            <a:lvl3pPr lvl="2" algn="ctr">
              <a:lnSpc>
                <a:spcPct val="100000"/>
              </a:lnSpc>
              <a:spcBef>
                <a:spcPts val="0"/>
              </a:spcBef>
              <a:spcAft>
                <a:spcPts val="0"/>
              </a:spcAft>
              <a:buClr>
                <a:schemeClr val="lt1"/>
              </a:buClr>
              <a:buSzPts val="8000"/>
              <a:buNone/>
              <a:defRPr sz="8000">
                <a:solidFill>
                  <a:schemeClr val="lt1"/>
                </a:solidFill>
              </a:defRPr>
            </a:lvl3pPr>
            <a:lvl4pPr lvl="3" algn="ctr">
              <a:lnSpc>
                <a:spcPct val="100000"/>
              </a:lnSpc>
              <a:spcBef>
                <a:spcPts val="0"/>
              </a:spcBef>
              <a:spcAft>
                <a:spcPts val="0"/>
              </a:spcAft>
              <a:buClr>
                <a:schemeClr val="lt1"/>
              </a:buClr>
              <a:buSzPts val="8000"/>
              <a:buNone/>
              <a:defRPr sz="8000">
                <a:solidFill>
                  <a:schemeClr val="lt1"/>
                </a:solidFill>
              </a:defRPr>
            </a:lvl4pPr>
            <a:lvl5pPr lvl="4" algn="ctr">
              <a:lnSpc>
                <a:spcPct val="100000"/>
              </a:lnSpc>
              <a:spcBef>
                <a:spcPts val="0"/>
              </a:spcBef>
              <a:spcAft>
                <a:spcPts val="0"/>
              </a:spcAft>
              <a:buClr>
                <a:schemeClr val="lt1"/>
              </a:buClr>
              <a:buSzPts val="8000"/>
              <a:buNone/>
              <a:defRPr sz="8000">
                <a:solidFill>
                  <a:schemeClr val="lt1"/>
                </a:solidFill>
              </a:defRPr>
            </a:lvl5pPr>
            <a:lvl6pPr lvl="5" algn="ctr">
              <a:lnSpc>
                <a:spcPct val="100000"/>
              </a:lnSpc>
              <a:spcBef>
                <a:spcPts val="0"/>
              </a:spcBef>
              <a:spcAft>
                <a:spcPts val="0"/>
              </a:spcAft>
              <a:buClr>
                <a:schemeClr val="lt1"/>
              </a:buClr>
              <a:buSzPts val="8000"/>
              <a:buNone/>
              <a:defRPr sz="8000">
                <a:solidFill>
                  <a:schemeClr val="lt1"/>
                </a:solidFill>
              </a:defRPr>
            </a:lvl6pPr>
            <a:lvl7pPr lvl="6" algn="ctr">
              <a:lnSpc>
                <a:spcPct val="100000"/>
              </a:lnSpc>
              <a:spcBef>
                <a:spcPts val="0"/>
              </a:spcBef>
              <a:spcAft>
                <a:spcPts val="0"/>
              </a:spcAft>
              <a:buClr>
                <a:schemeClr val="lt1"/>
              </a:buClr>
              <a:buSzPts val="8000"/>
              <a:buNone/>
              <a:defRPr sz="8000">
                <a:solidFill>
                  <a:schemeClr val="lt1"/>
                </a:solidFill>
              </a:defRPr>
            </a:lvl7pPr>
            <a:lvl8pPr lvl="7" algn="ctr">
              <a:lnSpc>
                <a:spcPct val="100000"/>
              </a:lnSpc>
              <a:spcBef>
                <a:spcPts val="0"/>
              </a:spcBef>
              <a:spcAft>
                <a:spcPts val="0"/>
              </a:spcAft>
              <a:buClr>
                <a:schemeClr val="lt1"/>
              </a:buClr>
              <a:buSzPts val="8000"/>
              <a:buNone/>
              <a:defRPr sz="8000">
                <a:solidFill>
                  <a:schemeClr val="lt1"/>
                </a:solidFill>
              </a:defRPr>
            </a:lvl8pPr>
            <a:lvl9pPr lvl="8" algn="ctr">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233" name="Google Shape;233;p14"/>
          <p:cNvSpPr txBox="1"/>
          <p:nvPr>
            <p:ph idx="1" type="body"/>
          </p:nvPr>
        </p:nvSpPr>
        <p:spPr>
          <a:xfrm>
            <a:off x="1388625" y="2712300"/>
            <a:ext cx="6366900" cy="11112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Clr>
                <a:schemeClr val="lt1"/>
              </a:buClr>
              <a:buSzPts val="1300"/>
              <a:buChar char="●"/>
              <a:defRPr>
                <a:solidFill>
                  <a:schemeClr val="lt1"/>
                </a:solidFill>
              </a:defRPr>
            </a:lvl1pPr>
            <a:lvl2pPr indent="-298450" lvl="1" marL="914400" algn="ctr">
              <a:lnSpc>
                <a:spcPct val="115000"/>
              </a:lnSpc>
              <a:spcBef>
                <a:spcPts val="0"/>
              </a:spcBef>
              <a:spcAft>
                <a:spcPts val="0"/>
              </a:spcAft>
              <a:buClr>
                <a:schemeClr val="lt1"/>
              </a:buClr>
              <a:buSzPts val="1100"/>
              <a:buChar char="○"/>
              <a:defRPr>
                <a:solidFill>
                  <a:schemeClr val="lt1"/>
                </a:solidFill>
              </a:defRPr>
            </a:lvl2pPr>
            <a:lvl3pPr indent="-298450" lvl="2" marL="1371600" algn="ctr">
              <a:lnSpc>
                <a:spcPct val="115000"/>
              </a:lnSpc>
              <a:spcBef>
                <a:spcPts val="0"/>
              </a:spcBef>
              <a:spcAft>
                <a:spcPts val="0"/>
              </a:spcAft>
              <a:buClr>
                <a:schemeClr val="lt1"/>
              </a:buClr>
              <a:buSzPts val="1100"/>
              <a:buChar char="■"/>
              <a:defRPr>
                <a:solidFill>
                  <a:schemeClr val="lt1"/>
                </a:solidFill>
              </a:defRPr>
            </a:lvl3pPr>
            <a:lvl4pPr indent="-298450" lvl="3" marL="1828800" algn="ctr">
              <a:lnSpc>
                <a:spcPct val="115000"/>
              </a:lnSpc>
              <a:spcBef>
                <a:spcPts val="0"/>
              </a:spcBef>
              <a:spcAft>
                <a:spcPts val="0"/>
              </a:spcAft>
              <a:buClr>
                <a:schemeClr val="lt1"/>
              </a:buClr>
              <a:buSzPts val="1100"/>
              <a:buChar char="●"/>
              <a:defRPr>
                <a:solidFill>
                  <a:schemeClr val="lt1"/>
                </a:solidFill>
              </a:defRPr>
            </a:lvl4pPr>
            <a:lvl5pPr indent="-298450" lvl="4" marL="2286000" algn="ctr">
              <a:lnSpc>
                <a:spcPct val="115000"/>
              </a:lnSpc>
              <a:spcBef>
                <a:spcPts val="0"/>
              </a:spcBef>
              <a:spcAft>
                <a:spcPts val="0"/>
              </a:spcAft>
              <a:buClr>
                <a:schemeClr val="lt1"/>
              </a:buClr>
              <a:buSzPts val="1100"/>
              <a:buChar char="○"/>
              <a:defRPr>
                <a:solidFill>
                  <a:schemeClr val="lt1"/>
                </a:solidFill>
              </a:defRPr>
            </a:lvl5pPr>
            <a:lvl6pPr indent="-298450" lvl="5" marL="2743200" algn="ctr">
              <a:lnSpc>
                <a:spcPct val="115000"/>
              </a:lnSpc>
              <a:spcBef>
                <a:spcPts val="0"/>
              </a:spcBef>
              <a:spcAft>
                <a:spcPts val="0"/>
              </a:spcAft>
              <a:buClr>
                <a:schemeClr val="lt1"/>
              </a:buClr>
              <a:buSzPts val="1100"/>
              <a:buChar char="■"/>
              <a:defRPr>
                <a:solidFill>
                  <a:schemeClr val="lt1"/>
                </a:solidFill>
              </a:defRPr>
            </a:lvl6pPr>
            <a:lvl7pPr indent="-298450" lvl="6" marL="3200400" algn="ctr">
              <a:lnSpc>
                <a:spcPct val="115000"/>
              </a:lnSpc>
              <a:spcBef>
                <a:spcPts val="0"/>
              </a:spcBef>
              <a:spcAft>
                <a:spcPts val="0"/>
              </a:spcAft>
              <a:buClr>
                <a:schemeClr val="lt1"/>
              </a:buClr>
              <a:buSzPts val="1100"/>
              <a:buChar char="●"/>
              <a:defRPr>
                <a:solidFill>
                  <a:schemeClr val="lt1"/>
                </a:solidFill>
              </a:defRPr>
            </a:lvl7pPr>
            <a:lvl8pPr indent="-298450" lvl="7" marL="3657600" algn="ctr">
              <a:lnSpc>
                <a:spcPct val="115000"/>
              </a:lnSpc>
              <a:spcBef>
                <a:spcPts val="0"/>
              </a:spcBef>
              <a:spcAft>
                <a:spcPts val="0"/>
              </a:spcAft>
              <a:buClr>
                <a:schemeClr val="lt1"/>
              </a:buClr>
              <a:buSzPts val="1100"/>
              <a:buChar char="○"/>
              <a:defRPr>
                <a:solidFill>
                  <a:schemeClr val="lt1"/>
                </a:solidFill>
              </a:defRPr>
            </a:lvl8pPr>
            <a:lvl9pPr indent="-298450" lvl="8" marL="4114800" algn="ctr">
              <a:lnSpc>
                <a:spcPct val="115000"/>
              </a:lnSpc>
              <a:spcBef>
                <a:spcPts val="0"/>
              </a:spcBef>
              <a:spcAft>
                <a:spcPts val="0"/>
              </a:spcAft>
              <a:buClr>
                <a:schemeClr val="lt1"/>
              </a:buClr>
              <a:buSzPts val="1100"/>
              <a:buChar char="■"/>
              <a:defRPr>
                <a:solidFill>
                  <a:schemeClr val="lt1"/>
                </a:solidFill>
              </a:defRPr>
            </a:lvl9pPr>
          </a:lstStyle>
          <a:p/>
        </p:txBody>
      </p:sp>
      <p:sp>
        <p:nvSpPr>
          <p:cNvPr id="234" name="Google Shape;234;p14"/>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5" name="Shape 235"/>
        <p:cNvGrpSpPr/>
        <p:nvPr/>
      </p:nvGrpSpPr>
      <p:grpSpPr>
        <a:xfrm>
          <a:off x="0" y="0"/>
          <a:ext cx="0" cy="0"/>
          <a:chOff x="0" y="0"/>
          <a:chExt cx="0" cy="0"/>
        </a:xfrm>
      </p:grpSpPr>
      <p:grpSp>
        <p:nvGrpSpPr>
          <p:cNvPr id="236" name="Google Shape;236;p16"/>
          <p:cNvGrpSpPr/>
          <p:nvPr/>
        </p:nvGrpSpPr>
        <p:grpSpPr>
          <a:xfrm>
            <a:off x="625966" y="299376"/>
            <a:ext cx="999312" cy="999312"/>
            <a:chOff x="348199" y="179450"/>
            <a:chExt cx="1116300" cy="1116300"/>
          </a:xfrm>
        </p:grpSpPr>
        <p:sp>
          <p:nvSpPr>
            <p:cNvPr id="237" name="Google Shape;237;p16"/>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6"/>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9" name="Google Shape;239;p16"/>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0" name="Google Shape;240;p16"/>
          <p:cNvSpPr txBox="1"/>
          <p:nvPr>
            <p:ph idx="1" type="body"/>
          </p:nvPr>
        </p:nvSpPr>
        <p:spPr>
          <a:xfrm>
            <a:off x="130380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1" name="Google Shape;241;p16"/>
          <p:cNvSpPr txBox="1"/>
          <p:nvPr>
            <p:ph idx="2" type="body"/>
          </p:nvPr>
        </p:nvSpPr>
        <p:spPr>
          <a:xfrm>
            <a:off x="490365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2" name="Google Shape;242;p16"/>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3" name="Shape 243"/>
        <p:cNvGrpSpPr/>
        <p:nvPr/>
      </p:nvGrpSpPr>
      <p:grpSpPr>
        <a:xfrm>
          <a:off x="0" y="0"/>
          <a:ext cx="0" cy="0"/>
          <a:chOff x="0" y="0"/>
          <a:chExt cx="0" cy="0"/>
        </a:xfrm>
      </p:grpSpPr>
      <p:grpSp>
        <p:nvGrpSpPr>
          <p:cNvPr id="244" name="Google Shape;244;p18"/>
          <p:cNvGrpSpPr/>
          <p:nvPr/>
        </p:nvGrpSpPr>
        <p:grpSpPr>
          <a:xfrm>
            <a:off x="625966" y="299376"/>
            <a:ext cx="999312" cy="999312"/>
            <a:chOff x="348199" y="179450"/>
            <a:chExt cx="1116300" cy="1116300"/>
          </a:xfrm>
        </p:grpSpPr>
        <p:sp>
          <p:nvSpPr>
            <p:cNvPr id="245" name="Google Shape;245;p18"/>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8"/>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7" name="Google Shape;247;p18"/>
          <p:cNvSpPr txBox="1"/>
          <p:nvPr>
            <p:ph type="title"/>
          </p:nvPr>
        </p:nvSpPr>
        <p:spPr>
          <a:xfrm>
            <a:off x="1303800" y="598575"/>
            <a:ext cx="3312000" cy="159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8" name="Google Shape;248;p18"/>
          <p:cNvSpPr txBox="1"/>
          <p:nvPr>
            <p:ph idx="1" type="body"/>
          </p:nvPr>
        </p:nvSpPr>
        <p:spPr>
          <a:xfrm>
            <a:off x="1303800" y="2309675"/>
            <a:ext cx="3312000" cy="2221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9" name="Google Shape;249;p18"/>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250" name="Shape 250"/>
        <p:cNvGrpSpPr/>
        <p:nvPr/>
      </p:nvGrpSpPr>
      <p:grpSpPr>
        <a:xfrm>
          <a:off x="0" y="0"/>
          <a:ext cx="0" cy="0"/>
          <a:chOff x="0" y="0"/>
          <a:chExt cx="0" cy="0"/>
        </a:xfrm>
      </p:grpSpPr>
      <p:grpSp>
        <p:nvGrpSpPr>
          <p:cNvPr id="251" name="Google Shape;251;p19"/>
          <p:cNvGrpSpPr/>
          <p:nvPr/>
        </p:nvGrpSpPr>
        <p:grpSpPr>
          <a:xfrm>
            <a:off x="6866714" y="1255"/>
            <a:ext cx="2267380" cy="2601741"/>
            <a:chOff x="6790514" y="1255"/>
            <a:chExt cx="2267380" cy="2601741"/>
          </a:xfrm>
        </p:grpSpPr>
        <p:grpSp>
          <p:nvGrpSpPr>
            <p:cNvPr id="252" name="Google Shape;252;p19"/>
            <p:cNvGrpSpPr/>
            <p:nvPr/>
          </p:nvGrpSpPr>
          <p:grpSpPr>
            <a:xfrm>
              <a:off x="7067536" y="1255"/>
              <a:ext cx="1990358" cy="1990303"/>
              <a:chOff x="7067536" y="1255"/>
              <a:chExt cx="1990358" cy="1990303"/>
            </a:xfrm>
          </p:grpSpPr>
          <p:sp>
            <p:nvSpPr>
              <p:cNvPr id="253" name="Google Shape;253;p19"/>
              <p:cNvSpPr/>
              <p:nvPr/>
            </p:nvSpPr>
            <p:spPr>
              <a:xfrm rot="-8648551">
                <a:off x="7594313" y="527721"/>
                <a:ext cx="937226" cy="937226"/>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9"/>
              <p:cNvSpPr/>
              <p:nvPr/>
            </p:nvSpPr>
            <p:spPr>
              <a:xfrm rot="-8648551">
                <a:off x="7594313" y="527721"/>
                <a:ext cx="937226" cy="937226"/>
              </a:xfrm>
              <a:prstGeom prst="pie">
                <a:avLst>
                  <a:gd fmla="val 19376841" name="adj1"/>
                  <a:gd fmla="val 12313574"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9"/>
              <p:cNvSpPr/>
              <p:nvPr/>
            </p:nvSpPr>
            <p:spPr>
              <a:xfrm rot="-8649154">
                <a:off x="7349891" y="283705"/>
                <a:ext cx="1425647" cy="1425404"/>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19"/>
            <p:cNvGrpSpPr/>
            <p:nvPr/>
          </p:nvGrpSpPr>
          <p:grpSpPr>
            <a:xfrm>
              <a:off x="8207126" y="1807997"/>
              <a:ext cx="795000" cy="795000"/>
              <a:chOff x="8207126" y="1807997"/>
              <a:chExt cx="795000" cy="795000"/>
            </a:xfrm>
          </p:grpSpPr>
          <p:sp>
            <p:nvSpPr>
              <p:cNvPr id="257" name="Google Shape;257;p19"/>
              <p:cNvSpPr/>
              <p:nvPr/>
            </p:nvSpPr>
            <p:spPr>
              <a:xfrm rot="2152054">
                <a:off x="8319942" y="1920813"/>
                <a:ext cx="569367" cy="569367"/>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9"/>
              <p:cNvSpPr/>
              <p:nvPr/>
            </p:nvSpPr>
            <p:spPr>
              <a:xfrm rot="2150259">
                <a:off x="8408218" y="2008610"/>
                <a:ext cx="393004" cy="393004"/>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9"/>
              <p:cNvSpPr/>
              <p:nvPr/>
            </p:nvSpPr>
            <p:spPr>
              <a:xfrm rot="2150259">
                <a:off x="8408218" y="2008610"/>
                <a:ext cx="393004" cy="393004"/>
              </a:xfrm>
              <a:prstGeom prst="pie">
                <a:avLst>
                  <a:gd fmla="val 5699893" name="adj1"/>
                  <a:gd fmla="val 12313574"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0" name="Google Shape;260;p19"/>
            <p:cNvGrpSpPr/>
            <p:nvPr/>
          </p:nvGrpSpPr>
          <p:grpSpPr>
            <a:xfrm>
              <a:off x="6790514" y="118857"/>
              <a:ext cx="548700" cy="548700"/>
              <a:chOff x="6790514" y="118857"/>
              <a:chExt cx="548700" cy="548700"/>
            </a:xfrm>
          </p:grpSpPr>
          <p:sp>
            <p:nvSpPr>
              <p:cNvPr id="261" name="Google Shape;261;p19"/>
              <p:cNvSpPr/>
              <p:nvPr/>
            </p:nvSpPr>
            <p:spPr>
              <a:xfrm rot="2150259">
                <a:off x="6868362" y="196705"/>
                <a:ext cx="393004" cy="393004"/>
              </a:xfrm>
              <a:prstGeom prst="ellipse">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9"/>
              <p:cNvSpPr/>
              <p:nvPr/>
            </p:nvSpPr>
            <p:spPr>
              <a:xfrm rot="2150259">
                <a:off x="6868362" y="196705"/>
                <a:ext cx="393004" cy="393004"/>
              </a:xfrm>
              <a:prstGeom prst="pie">
                <a:avLst>
                  <a:gd fmla="val 5699893" name="adj1"/>
                  <a:gd fmla="val 12313574" name="adj2"/>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63" name="Google Shape;263;p19"/>
          <p:cNvSpPr txBox="1"/>
          <p:nvPr>
            <p:ph type="title"/>
          </p:nvPr>
        </p:nvSpPr>
        <p:spPr>
          <a:xfrm>
            <a:off x="824000" y="763600"/>
            <a:ext cx="5857800" cy="3573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64" name="Google Shape;264;p19"/>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5" name="Shape 265"/>
        <p:cNvGrpSpPr/>
        <p:nvPr/>
      </p:nvGrpSpPr>
      <p:grpSpPr>
        <a:xfrm>
          <a:off x="0" y="0"/>
          <a:ext cx="0" cy="0"/>
          <a:chOff x="0" y="0"/>
          <a:chExt cx="0" cy="0"/>
        </a:xfrm>
      </p:grpSpPr>
      <p:grpSp>
        <p:nvGrpSpPr>
          <p:cNvPr id="266" name="Google Shape;266;p20"/>
          <p:cNvGrpSpPr/>
          <p:nvPr/>
        </p:nvGrpSpPr>
        <p:grpSpPr>
          <a:xfrm>
            <a:off x="625966" y="299376"/>
            <a:ext cx="999312" cy="999312"/>
            <a:chOff x="348199" y="179450"/>
            <a:chExt cx="1116300" cy="1116300"/>
          </a:xfrm>
        </p:grpSpPr>
        <p:sp>
          <p:nvSpPr>
            <p:cNvPr id="267" name="Google Shape;267;p20"/>
            <p:cNvSpPr/>
            <p:nvPr/>
          </p:nvSpPr>
          <p:spPr>
            <a:xfrm rot="-5400000">
              <a:off x="574557" y="405788"/>
              <a:ext cx="663600" cy="6636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0"/>
            <p:cNvSpPr/>
            <p:nvPr/>
          </p:nvSpPr>
          <p:spPr>
            <a:xfrm rot="-5400000">
              <a:off x="348199" y="179450"/>
              <a:ext cx="1116300" cy="1116300"/>
            </a:xfrm>
            <a:prstGeom prst="pie">
              <a:avLst>
                <a:gd fmla="val 10792838" name="adj1"/>
                <a:gd fmla="val 16200000" name="adj2"/>
              </a:avLst>
            </a:prstGeom>
            <a:solidFill>
              <a:schemeClr val="dk2">
                <a:alpha val="1176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9" name="Google Shape;269;p20"/>
          <p:cNvSpPr txBox="1"/>
          <p:nvPr>
            <p:ph type="title"/>
          </p:nvPr>
        </p:nvSpPr>
        <p:spPr>
          <a:xfrm>
            <a:off x="1303800" y="598575"/>
            <a:ext cx="3430500" cy="1990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0" name="Google Shape;270;p20"/>
          <p:cNvSpPr txBox="1"/>
          <p:nvPr>
            <p:ph idx="1" type="subTitle"/>
          </p:nvPr>
        </p:nvSpPr>
        <p:spPr>
          <a:xfrm>
            <a:off x="1303800" y="2743203"/>
            <a:ext cx="3430500" cy="726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71" name="Google Shape;271;p20"/>
          <p:cNvSpPr txBox="1"/>
          <p:nvPr>
            <p:ph idx="2" type="body"/>
          </p:nvPr>
        </p:nvSpPr>
        <p:spPr>
          <a:xfrm>
            <a:off x="4903700" y="661000"/>
            <a:ext cx="3430500" cy="38706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72" name="Google Shape;272;p20"/>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1pPr>
            <a:lvl2pPr lvl="1"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2pPr>
            <a:lvl3pPr lvl="2"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3pPr>
            <a:lvl4pPr lvl="3"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4pPr>
            <a:lvl5pPr lvl="4"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5pPr>
            <a:lvl6pPr lvl="5"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6pPr>
            <a:lvl7pPr lvl="6"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7pPr>
            <a:lvl8pPr lvl="7"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8pPr>
            <a:lvl9pPr lvl="8"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9pPr>
          </a:lstStyle>
          <a:p/>
        </p:txBody>
      </p:sp>
      <p:sp>
        <p:nvSpPr>
          <p:cNvPr id="7" name="Google Shape;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1pPr>
            <a:lvl2pPr indent="-298450" lvl="1" marL="914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2pPr>
            <a:lvl3pPr indent="-298450" lvl="2" marL="1371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3pPr>
            <a:lvl4pPr indent="-298450" lvl="3" marL="1828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8450" lvl="4" marL="22860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5pPr>
            <a:lvl6pPr indent="-298450" lvl="5" marL="27432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6pPr>
            <a:lvl7pPr indent="-298450" lvl="6" marL="3200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7pPr>
            <a:lvl8pPr indent="-298450" lvl="7" marL="3657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8pPr>
            <a:lvl9pPr indent="-298450" lvl="8" marL="4114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9pPr>
          </a:lstStyle>
          <a:p/>
        </p:txBody>
      </p:sp>
      <p:sp>
        <p:nvSpPr>
          <p:cNvPr id="8" name="Google Shape;8;p10"/>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
          <p:cNvSpPr txBox="1"/>
          <p:nvPr>
            <p:ph type="ctrTitle"/>
          </p:nvPr>
        </p:nvSpPr>
        <p:spPr>
          <a:xfrm>
            <a:off x="824000" y="1613813"/>
            <a:ext cx="4255500" cy="18729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600"/>
              <a:buNone/>
            </a:pPr>
            <a:r>
              <a:rPr lang="it"/>
              <a:t>Progetto di Machine Learning</a:t>
            </a:r>
            <a:endParaRPr/>
          </a:p>
        </p:txBody>
      </p:sp>
      <p:sp>
        <p:nvSpPr>
          <p:cNvPr id="278" name="Google Shape;278;p1"/>
          <p:cNvSpPr txBox="1"/>
          <p:nvPr>
            <p:ph idx="1" type="subTitle"/>
          </p:nvPr>
        </p:nvSpPr>
        <p:spPr>
          <a:xfrm>
            <a:off x="824000" y="3596300"/>
            <a:ext cx="4255500" cy="695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it"/>
              <a:t>A.A. 2024-2025 </a:t>
            </a:r>
            <a:endParaRPr/>
          </a:p>
        </p:txBody>
      </p:sp>
      <p:pic>
        <p:nvPicPr>
          <p:cNvPr id="279" name="Google Shape;279;p1"/>
          <p:cNvPicPr preferRelativeResize="0"/>
          <p:nvPr/>
        </p:nvPicPr>
        <p:blipFill rotWithShape="1">
          <a:blip r:embed="rId3">
            <a:alphaModFix/>
          </a:blip>
          <a:srcRect b="0" l="0" r="0" t="0"/>
          <a:stretch/>
        </p:blipFill>
        <p:spPr>
          <a:xfrm>
            <a:off x="7086075" y="3081175"/>
            <a:ext cx="2207224" cy="2207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a:t>Dataset</a:t>
            </a:r>
            <a:endParaRPr/>
          </a:p>
        </p:txBody>
      </p:sp>
      <p:sp>
        <p:nvSpPr>
          <p:cNvPr id="285" name="Google Shape;285;p3"/>
          <p:cNvSpPr txBox="1"/>
          <p:nvPr>
            <p:ph idx="1" type="body"/>
          </p:nvPr>
        </p:nvSpPr>
        <p:spPr>
          <a:xfrm>
            <a:off x="1303800" y="1208050"/>
            <a:ext cx="6757800" cy="3828000"/>
          </a:xfrm>
          <a:prstGeom prst="rect">
            <a:avLst/>
          </a:prstGeom>
          <a:noFill/>
          <a:ln>
            <a:noFill/>
          </a:ln>
        </p:spPr>
        <p:txBody>
          <a:bodyPr anchorCtr="0" anchor="t" bIns="91425" lIns="91425" spcFirstLastPara="1" rIns="91425" wrap="square" tIns="91425">
            <a:normAutofit fontScale="32500" lnSpcReduction="20000"/>
          </a:bodyPr>
          <a:lstStyle/>
          <a:p>
            <a:pPr indent="0" lvl="0" marL="0" rtl="0" algn="l">
              <a:lnSpc>
                <a:spcPct val="115000"/>
              </a:lnSpc>
              <a:spcBef>
                <a:spcPts val="0"/>
              </a:spcBef>
              <a:spcAft>
                <a:spcPts val="0"/>
              </a:spcAft>
              <a:buSzPct val="83333"/>
              <a:buNone/>
            </a:pPr>
            <a:r>
              <a:rPr b="1" lang="it" sz="4800">
                <a:solidFill>
                  <a:srgbClr val="000000"/>
                </a:solidFill>
              </a:rPr>
              <a:t>Nome:</a:t>
            </a:r>
            <a:r>
              <a:rPr lang="it" sz="4800">
                <a:solidFill>
                  <a:srgbClr val="000000"/>
                </a:solidFill>
              </a:rPr>
              <a:t> Student Performance</a:t>
            </a:r>
            <a:endParaRPr sz="4800">
              <a:solidFill>
                <a:srgbClr val="000000"/>
              </a:solidFill>
            </a:endParaRPr>
          </a:p>
          <a:p>
            <a:pPr indent="0" lvl="0" marL="0" rtl="0" algn="l">
              <a:lnSpc>
                <a:spcPct val="115000"/>
              </a:lnSpc>
              <a:spcBef>
                <a:spcPts val="0"/>
              </a:spcBef>
              <a:spcAft>
                <a:spcPts val="0"/>
              </a:spcAft>
              <a:buSzPct val="83333"/>
              <a:buNone/>
            </a:pPr>
            <a:r>
              <a:t/>
            </a:r>
            <a:endParaRPr b="1" sz="4800">
              <a:solidFill>
                <a:srgbClr val="000000"/>
              </a:solidFill>
            </a:endParaRPr>
          </a:p>
          <a:p>
            <a:pPr indent="0" lvl="0" marL="0" rtl="0" algn="l">
              <a:lnSpc>
                <a:spcPct val="115000"/>
              </a:lnSpc>
              <a:spcBef>
                <a:spcPts val="0"/>
              </a:spcBef>
              <a:spcAft>
                <a:spcPts val="0"/>
              </a:spcAft>
              <a:buSzPct val="83333"/>
              <a:buNone/>
            </a:pPr>
            <a:r>
              <a:rPr b="1" lang="it" sz="4800">
                <a:solidFill>
                  <a:srgbClr val="000000"/>
                </a:solidFill>
              </a:rPr>
              <a:t>Origine:</a:t>
            </a:r>
            <a:r>
              <a:rPr lang="it" sz="4800">
                <a:solidFill>
                  <a:srgbClr val="000000"/>
                </a:solidFill>
              </a:rPr>
              <a:t> Kaggle.com</a:t>
            </a:r>
            <a:endParaRPr sz="4800">
              <a:solidFill>
                <a:srgbClr val="000000"/>
              </a:solidFill>
            </a:endParaRPr>
          </a:p>
          <a:p>
            <a:pPr indent="0" lvl="0" marL="0" rtl="0" algn="l">
              <a:lnSpc>
                <a:spcPct val="115000"/>
              </a:lnSpc>
              <a:spcBef>
                <a:spcPts val="0"/>
              </a:spcBef>
              <a:spcAft>
                <a:spcPts val="0"/>
              </a:spcAft>
              <a:buSzPct val="83333"/>
              <a:buNone/>
            </a:pPr>
            <a:r>
              <a:t/>
            </a:r>
            <a:endParaRPr b="1" sz="4800">
              <a:solidFill>
                <a:srgbClr val="000000"/>
              </a:solidFill>
            </a:endParaRPr>
          </a:p>
          <a:p>
            <a:pPr indent="0" lvl="0" marL="0" rtl="0" algn="l">
              <a:lnSpc>
                <a:spcPct val="115000"/>
              </a:lnSpc>
              <a:spcBef>
                <a:spcPts val="0"/>
              </a:spcBef>
              <a:spcAft>
                <a:spcPts val="0"/>
              </a:spcAft>
              <a:buSzPct val="83333"/>
              <a:buNone/>
            </a:pPr>
            <a:r>
              <a:rPr b="1" lang="it" sz="4800">
                <a:solidFill>
                  <a:srgbClr val="000000"/>
                </a:solidFill>
              </a:rPr>
              <a:t>Dimensioni:</a:t>
            </a:r>
            <a:r>
              <a:rPr lang="it" sz="4800">
                <a:solidFill>
                  <a:srgbClr val="000000"/>
                </a:solidFill>
              </a:rPr>
              <a:t> 2392 istanze, 14 variabili esplicative</a:t>
            </a:r>
            <a:endParaRPr sz="4800">
              <a:solidFill>
                <a:srgbClr val="000000"/>
              </a:solidFill>
            </a:endParaRPr>
          </a:p>
          <a:p>
            <a:pPr indent="0" lvl="0" marL="0" rtl="0" algn="l">
              <a:lnSpc>
                <a:spcPct val="115000"/>
              </a:lnSpc>
              <a:spcBef>
                <a:spcPts val="0"/>
              </a:spcBef>
              <a:spcAft>
                <a:spcPts val="0"/>
              </a:spcAft>
              <a:buSzPct val="83333"/>
              <a:buNone/>
            </a:pPr>
            <a:r>
              <a:t/>
            </a:r>
            <a:endParaRPr b="1" sz="4800">
              <a:solidFill>
                <a:srgbClr val="000000"/>
              </a:solidFill>
            </a:endParaRPr>
          </a:p>
          <a:p>
            <a:pPr indent="0" lvl="0" marL="0" rtl="0" algn="l">
              <a:lnSpc>
                <a:spcPct val="115000"/>
              </a:lnSpc>
              <a:spcBef>
                <a:spcPts val="0"/>
              </a:spcBef>
              <a:spcAft>
                <a:spcPts val="0"/>
              </a:spcAft>
              <a:buSzPct val="83332"/>
              <a:buNone/>
            </a:pPr>
            <a:r>
              <a:rPr b="1" lang="it" sz="4800">
                <a:solidFill>
                  <a:srgbClr val="000000"/>
                </a:solidFill>
              </a:rPr>
              <a:t>Dati Disponibili:</a:t>
            </a:r>
            <a:endParaRPr b="1" sz="4800">
              <a:solidFill>
                <a:srgbClr val="000000"/>
              </a:solidFill>
            </a:endParaRPr>
          </a:p>
          <a:p>
            <a:pPr indent="-327711" lvl="0" marL="457200" rtl="0" algn="l">
              <a:lnSpc>
                <a:spcPct val="115000"/>
              </a:lnSpc>
              <a:spcBef>
                <a:spcPts val="0"/>
              </a:spcBef>
              <a:spcAft>
                <a:spcPts val="0"/>
              </a:spcAft>
              <a:buClr>
                <a:srgbClr val="000000"/>
              </a:buClr>
              <a:buSzPct val="100000"/>
              <a:buFont typeface="Nunito"/>
              <a:buChar char="●"/>
            </a:pPr>
            <a:r>
              <a:rPr lang="it" sz="4800">
                <a:solidFill>
                  <a:srgbClr val="000000"/>
                </a:solidFill>
              </a:rPr>
              <a:t>Informazioni demografiche</a:t>
            </a:r>
            <a:endParaRPr sz="4800">
              <a:solidFill>
                <a:srgbClr val="000000"/>
              </a:solidFill>
            </a:endParaRPr>
          </a:p>
          <a:p>
            <a:pPr indent="-327660" lvl="0" marL="457200" rtl="0" algn="l">
              <a:lnSpc>
                <a:spcPct val="115000"/>
              </a:lnSpc>
              <a:spcBef>
                <a:spcPts val="0"/>
              </a:spcBef>
              <a:spcAft>
                <a:spcPts val="0"/>
              </a:spcAft>
              <a:buClr>
                <a:srgbClr val="000000"/>
              </a:buClr>
              <a:buSzPct val="100000"/>
              <a:buChar char="●"/>
            </a:pPr>
            <a:r>
              <a:rPr lang="it" sz="4800">
                <a:solidFill>
                  <a:srgbClr val="000000"/>
                </a:solidFill>
              </a:rPr>
              <a:t>Abitudini di studio</a:t>
            </a:r>
            <a:endParaRPr sz="4800">
              <a:solidFill>
                <a:srgbClr val="000000"/>
              </a:solidFill>
            </a:endParaRPr>
          </a:p>
          <a:p>
            <a:pPr indent="-327660" lvl="0" marL="457200" rtl="0" algn="l">
              <a:lnSpc>
                <a:spcPct val="115000"/>
              </a:lnSpc>
              <a:spcBef>
                <a:spcPts val="0"/>
              </a:spcBef>
              <a:spcAft>
                <a:spcPts val="0"/>
              </a:spcAft>
              <a:buClr>
                <a:srgbClr val="000000"/>
              </a:buClr>
              <a:buSzPct val="100000"/>
              <a:buChar char="●"/>
            </a:pPr>
            <a:r>
              <a:rPr lang="it" sz="4800">
                <a:solidFill>
                  <a:srgbClr val="000000"/>
                </a:solidFill>
              </a:rPr>
              <a:t>Coinvolgimento dei genitori</a:t>
            </a:r>
            <a:endParaRPr sz="4800">
              <a:solidFill>
                <a:srgbClr val="000000"/>
              </a:solidFill>
            </a:endParaRPr>
          </a:p>
          <a:p>
            <a:pPr indent="-327660" lvl="0" marL="457200" rtl="0" algn="l">
              <a:lnSpc>
                <a:spcPct val="115000"/>
              </a:lnSpc>
              <a:spcBef>
                <a:spcPts val="0"/>
              </a:spcBef>
              <a:spcAft>
                <a:spcPts val="0"/>
              </a:spcAft>
              <a:buClr>
                <a:srgbClr val="000000"/>
              </a:buClr>
              <a:buSzPct val="100000"/>
              <a:buChar char="●"/>
            </a:pPr>
            <a:r>
              <a:rPr lang="it" sz="4800">
                <a:solidFill>
                  <a:srgbClr val="000000"/>
                </a:solidFill>
              </a:rPr>
              <a:t>Attività extracurriculari</a:t>
            </a:r>
            <a:endParaRPr sz="4800">
              <a:solidFill>
                <a:srgbClr val="000000"/>
              </a:solidFill>
            </a:endParaRPr>
          </a:p>
          <a:p>
            <a:pPr indent="0" lvl="0" marL="457200" rtl="0" algn="l">
              <a:lnSpc>
                <a:spcPct val="95000"/>
              </a:lnSpc>
              <a:spcBef>
                <a:spcPts val="0"/>
              </a:spcBef>
              <a:spcAft>
                <a:spcPts val="0"/>
              </a:spcAft>
              <a:buSzPct val="83333"/>
              <a:buNone/>
            </a:pPr>
            <a:r>
              <a:t/>
            </a:r>
            <a:endParaRPr sz="4800">
              <a:solidFill>
                <a:srgbClr val="000000"/>
              </a:solidFill>
            </a:endParaRPr>
          </a:p>
          <a:p>
            <a:pPr indent="0" lvl="0" marL="0" marR="0" rtl="0" algn="l">
              <a:lnSpc>
                <a:spcPct val="95000"/>
              </a:lnSpc>
              <a:spcBef>
                <a:spcPts val="0"/>
              </a:spcBef>
              <a:spcAft>
                <a:spcPts val="0"/>
              </a:spcAft>
              <a:buSzPct val="83333"/>
              <a:buNone/>
            </a:pPr>
            <a:r>
              <a:rPr b="1" lang="it" sz="4800">
                <a:solidFill>
                  <a:srgbClr val="000000"/>
                </a:solidFill>
              </a:rPr>
              <a:t>T</a:t>
            </a:r>
            <a:r>
              <a:rPr b="1" lang="it" sz="4800">
                <a:solidFill>
                  <a:srgbClr val="000000"/>
                </a:solidFill>
              </a:rPr>
              <a:t>arget: </a:t>
            </a:r>
            <a:r>
              <a:rPr lang="it" sz="4800">
                <a:solidFill>
                  <a:srgbClr val="000000"/>
                </a:solidFill>
              </a:rPr>
              <a:t>GPA-interval ossia la classificazione dei voti degli studenti</a:t>
            </a:r>
            <a:endParaRPr sz="4800">
              <a:solidFill>
                <a:srgbClr val="000000"/>
              </a:solidFill>
            </a:endParaRPr>
          </a:p>
          <a:p>
            <a:pPr indent="0" lvl="0" marL="0" marR="0" rtl="0" algn="l">
              <a:lnSpc>
                <a:spcPct val="95000"/>
              </a:lnSpc>
              <a:spcBef>
                <a:spcPts val="0"/>
              </a:spcBef>
              <a:spcAft>
                <a:spcPts val="0"/>
              </a:spcAft>
              <a:buSzPct val="83333"/>
              <a:buNone/>
            </a:pPr>
            <a:r>
              <a:rPr lang="it" sz="4800">
                <a:solidFill>
                  <a:srgbClr val="000000"/>
                </a:solidFill>
              </a:rPr>
              <a:t>            </a:t>
            </a:r>
            <a:endParaRPr sz="4800">
              <a:solidFill>
                <a:srgbClr val="000000"/>
              </a:solidFill>
            </a:endParaRPr>
          </a:p>
          <a:p>
            <a:pPr indent="0" lvl="0" marL="457200" marR="0" rtl="0" algn="l">
              <a:lnSpc>
                <a:spcPct val="95000"/>
              </a:lnSpc>
              <a:spcBef>
                <a:spcPts val="0"/>
              </a:spcBef>
              <a:spcAft>
                <a:spcPts val="0"/>
              </a:spcAft>
              <a:buSzPct val="91596"/>
              <a:buNone/>
            </a:pPr>
            <a:r>
              <a:t/>
            </a:r>
            <a:endParaRPr b="1" sz="4367">
              <a:solidFill>
                <a:srgbClr val="000000"/>
              </a:solidFill>
            </a:endParaRPr>
          </a:p>
          <a:p>
            <a:pPr indent="0" lvl="0" marL="0" rtl="0" algn="l">
              <a:lnSpc>
                <a:spcPct val="115000"/>
              </a:lnSpc>
              <a:spcBef>
                <a:spcPts val="0"/>
              </a:spcBef>
              <a:spcAft>
                <a:spcPts val="0"/>
              </a:spcAft>
              <a:buSzPct val="91596"/>
              <a:buNone/>
            </a:pPr>
            <a:r>
              <a:t/>
            </a:r>
            <a:endParaRPr sz="4367">
              <a:solidFill>
                <a:srgbClr val="000000"/>
              </a:solidFill>
            </a:endParaRPr>
          </a:p>
          <a:p>
            <a:pPr indent="0" lvl="0" marL="0" rtl="0" algn="l">
              <a:lnSpc>
                <a:spcPct val="115000"/>
              </a:lnSpc>
              <a:spcBef>
                <a:spcPts val="1200"/>
              </a:spcBef>
              <a:spcAft>
                <a:spcPts val="1200"/>
              </a:spcAft>
              <a:buSzPct val="307692"/>
              <a:buNone/>
            </a:pPr>
            <a:r>
              <a:t/>
            </a:r>
            <a:endParaRPr/>
          </a:p>
        </p:txBody>
      </p:sp>
      <p:pic>
        <p:nvPicPr>
          <p:cNvPr descr="File:Noun project database 1276526 cc.svg - Wikipedia" id="286" name="Google Shape;286;p3"/>
          <p:cNvPicPr preferRelativeResize="0"/>
          <p:nvPr/>
        </p:nvPicPr>
        <p:blipFill rotWithShape="1">
          <a:blip r:embed="rId3">
            <a:alphaModFix/>
          </a:blip>
          <a:srcRect b="0" l="0" r="0" t="0"/>
          <a:stretch/>
        </p:blipFill>
        <p:spPr>
          <a:xfrm>
            <a:off x="7382000" y="3129025"/>
            <a:ext cx="1314050" cy="1402625"/>
          </a:xfrm>
          <a:prstGeom prst="rect">
            <a:avLst/>
          </a:prstGeom>
          <a:noFill/>
          <a:ln>
            <a:noFill/>
          </a:ln>
        </p:spPr>
      </p:pic>
      <p:pic>
        <p:nvPicPr>
          <p:cNvPr id="287" name="Google Shape;287;p3"/>
          <p:cNvPicPr preferRelativeResize="0"/>
          <p:nvPr/>
        </p:nvPicPr>
        <p:blipFill rotWithShape="1">
          <a:blip r:embed="rId4">
            <a:alphaModFix/>
          </a:blip>
          <a:srcRect b="0" l="0" r="0" t="0"/>
          <a:stretch/>
        </p:blipFill>
        <p:spPr>
          <a:xfrm>
            <a:off x="8153450" y="0"/>
            <a:ext cx="990551" cy="990551"/>
          </a:xfrm>
          <a:prstGeom prst="rect">
            <a:avLst/>
          </a:prstGeom>
          <a:noFill/>
          <a:ln>
            <a:noFill/>
          </a:ln>
        </p:spPr>
      </p:pic>
      <p:sp>
        <p:nvSpPr>
          <p:cNvPr id="288" name="Google Shape;288;p3"/>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3969cdd6ec_0_7"/>
          <p:cNvSpPr txBox="1"/>
          <p:nvPr>
            <p:ph idx="4294967295" type="body"/>
          </p:nvPr>
        </p:nvSpPr>
        <p:spPr>
          <a:xfrm>
            <a:off x="251700" y="880550"/>
            <a:ext cx="3753600" cy="29388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15000"/>
              </a:lnSpc>
              <a:spcBef>
                <a:spcPts val="0"/>
              </a:spcBef>
              <a:spcAft>
                <a:spcPts val="0"/>
              </a:spcAft>
              <a:buSzPct val="127450"/>
              <a:buNone/>
            </a:pPr>
            <a:r>
              <a:t/>
            </a:r>
            <a:endParaRPr sz="1200">
              <a:solidFill>
                <a:srgbClr val="000000"/>
              </a:solidFill>
            </a:endParaRPr>
          </a:p>
          <a:p>
            <a:pPr indent="0" lvl="0" marL="0" rtl="0" algn="l">
              <a:lnSpc>
                <a:spcPct val="115000"/>
              </a:lnSpc>
              <a:spcBef>
                <a:spcPts val="0"/>
              </a:spcBef>
              <a:spcAft>
                <a:spcPts val="0"/>
              </a:spcAft>
              <a:buSzPct val="109243"/>
              <a:buNone/>
            </a:pPr>
            <a:r>
              <a:t/>
            </a:r>
            <a:endParaRPr sz="1400">
              <a:solidFill>
                <a:srgbClr val="000000"/>
              </a:solidFill>
            </a:endParaRPr>
          </a:p>
          <a:p>
            <a:pPr indent="0" lvl="0" marL="0" rtl="0" algn="l">
              <a:lnSpc>
                <a:spcPct val="115000"/>
              </a:lnSpc>
              <a:spcBef>
                <a:spcPts val="0"/>
              </a:spcBef>
              <a:spcAft>
                <a:spcPts val="0"/>
              </a:spcAft>
              <a:buSzPct val="109243"/>
              <a:buNone/>
            </a:pPr>
            <a:r>
              <a:t/>
            </a:r>
            <a:endParaRPr sz="1400">
              <a:solidFill>
                <a:srgbClr val="000000"/>
              </a:solidFill>
            </a:endParaRPr>
          </a:p>
          <a:p>
            <a:pPr indent="0" lvl="0" marL="0" rtl="0" algn="l">
              <a:lnSpc>
                <a:spcPct val="115000"/>
              </a:lnSpc>
              <a:spcBef>
                <a:spcPts val="0"/>
              </a:spcBef>
              <a:spcAft>
                <a:spcPts val="0"/>
              </a:spcAft>
              <a:buSzPct val="109243"/>
              <a:buNone/>
            </a:pPr>
            <a:r>
              <a:rPr lang="it" sz="1400">
                <a:solidFill>
                  <a:srgbClr val="000000"/>
                </a:solidFill>
              </a:rPr>
              <a:t>A partire dal GPA, abbiamo definito il target diviso in classi come segue:</a:t>
            </a:r>
            <a:endParaRPr sz="1400">
              <a:solidFill>
                <a:srgbClr val="000000"/>
              </a:solidFill>
            </a:endParaRPr>
          </a:p>
          <a:p>
            <a:pPr indent="0" lvl="0" marL="0" rtl="0" algn="l">
              <a:lnSpc>
                <a:spcPct val="115000"/>
              </a:lnSpc>
              <a:spcBef>
                <a:spcPts val="0"/>
              </a:spcBef>
              <a:spcAft>
                <a:spcPts val="0"/>
              </a:spcAft>
              <a:buSzPct val="109243"/>
              <a:buNone/>
            </a:pPr>
            <a:r>
              <a:t/>
            </a:r>
            <a:endParaRPr sz="1400">
              <a:solidFill>
                <a:srgbClr val="000000"/>
              </a:solidFill>
            </a:endParaRPr>
          </a:p>
          <a:p>
            <a:pPr indent="-304165" lvl="0" marL="457200" rtl="0" algn="l">
              <a:lnSpc>
                <a:spcPct val="115000"/>
              </a:lnSpc>
              <a:spcBef>
                <a:spcPts val="0"/>
              </a:spcBef>
              <a:spcAft>
                <a:spcPts val="0"/>
              </a:spcAft>
              <a:buClr>
                <a:srgbClr val="000000"/>
              </a:buClr>
              <a:buSzPct val="100000"/>
              <a:buChar char="●"/>
            </a:pPr>
            <a:r>
              <a:rPr lang="it" sz="1400">
                <a:solidFill>
                  <a:srgbClr val="000000"/>
                </a:solidFill>
              </a:rPr>
              <a:t>Se il GPA è compreso tra 0 e 1, il target è 0</a:t>
            </a:r>
            <a:endParaRPr sz="1400">
              <a:solidFill>
                <a:srgbClr val="000000"/>
              </a:solidFill>
            </a:endParaRPr>
          </a:p>
          <a:p>
            <a:pPr indent="-304165" lvl="0" marL="457200" rtl="0" algn="l">
              <a:lnSpc>
                <a:spcPct val="115000"/>
              </a:lnSpc>
              <a:spcBef>
                <a:spcPts val="0"/>
              </a:spcBef>
              <a:spcAft>
                <a:spcPts val="0"/>
              </a:spcAft>
              <a:buClr>
                <a:srgbClr val="000000"/>
              </a:buClr>
              <a:buSzPct val="100000"/>
              <a:buChar char="●"/>
            </a:pPr>
            <a:r>
              <a:rPr lang="it" sz="1400">
                <a:solidFill>
                  <a:srgbClr val="000000"/>
                </a:solidFill>
              </a:rPr>
              <a:t>Se il GPA è compreso tra 1 e 2, il target è 1</a:t>
            </a:r>
            <a:endParaRPr sz="1400">
              <a:solidFill>
                <a:srgbClr val="000000"/>
              </a:solidFill>
            </a:endParaRPr>
          </a:p>
          <a:p>
            <a:pPr indent="-304165" lvl="0" marL="457200" rtl="0" algn="l">
              <a:lnSpc>
                <a:spcPct val="115000"/>
              </a:lnSpc>
              <a:spcBef>
                <a:spcPts val="0"/>
              </a:spcBef>
              <a:spcAft>
                <a:spcPts val="0"/>
              </a:spcAft>
              <a:buClr>
                <a:srgbClr val="000000"/>
              </a:buClr>
              <a:buSzPct val="100000"/>
              <a:buChar char="●"/>
            </a:pPr>
            <a:r>
              <a:rPr lang="it" sz="1400">
                <a:solidFill>
                  <a:srgbClr val="000000"/>
                </a:solidFill>
              </a:rPr>
              <a:t>Se il GPA è compreso tra 2 e 3, il target è 2</a:t>
            </a:r>
            <a:endParaRPr sz="1400">
              <a:solidFill>
                <a:srgbClr val="000000"/>
              </a:solidFill>
            </a:endParaRPr>
          </a:p>
          <a:p>
            <a:pPr indent="-304165" lvl="0" marL="457200" rtl="0" algn="l">
              <a:lnSpc>
                <a:spcPct val="115000"/>
              </a:lnSpc>
              <a:spcBef>
                <a:spcPts val="0"/>
              </a:spcBef>
              <a:spcAft>
                <a:spcPts val="0"/>
              </a:spcAft>
              <a:buClr>
                <a:srgbClr val="000000"/>
              </a:buClr>
              <a:buSzPct val="100000"/>
              <a:buChar char="●"/>
            </a:pPr>
            <a:r>
              <a:rPr lang="it" sz="1400">
                <a:solidFill>
                  <a:srgbClr val="000000"/>
                </a:solidFill>
              </a:rPr>
              <a:t>Se il GPA è compreso tra 3 e 4, il target è 3</a:t>
            </a:r>
            <a:endParaRPr sz="1400">
              <a:solidFill>
                <a:srgbClr val="000000"/>
              </a:solidFill>
            </a:endParaRPr>
          </a:p>
          <a:p>
            <a:pPr indent="0" lvl="0" marL="457200" rtl="0" algn="l">
              <a:lnSpc>
                <a:spcPct val="115000"/>
              </a:lnSpc>
              <a:spcBef>
                <a:spcPts val="0"/>
              </a:spcBef>
              <a:spcAft>
                <a:spcPts val="0"/>
              </a:spcAft>
              <a:buSzPct val="109243"/>
              <a:buNone/>
            </a:pPr>
            <a:r>
              <a:t/>
            </a:r>
            <a:endParaRPr sz="1400">
              <a:solidFill>
                <a:srgbClr val="000000"/>
              </a:solidFill>
            </a:endParaRPr>
          </a:p>
          <a:p>
            <a:pPr indent="0" lvl="0" marL="0" rtl="0" algn="l">
              <a:lnSpc>
                <a:spcPct val="115000"/>
              </a:lnSpc>
              <a:spcBef>
                <a:spcPts val="0"/>
              </a:spcBef>
              <a:spcAft>
                <a:spcPts val="0"/>
              </a:spcAft>
              <a:buSzPct val="109243"/>
              <a:buNone/>
            </a:pPr>
            <a:r>
              <a:rPr lang="it" sz="1400">
                <a:solidFill>
                  <a:srgbClr val="3C4043"/>
                </a:solidFill>
                <a:highlight>
                  <a:srgbClr val="FFFFFF"/>
                </a:highlight>
                <a:latin typeface="Arial"/>
                <a:ea typeface="Arial"/>
                <a:cs typeface="Arial"/>
                <a:sym typeface="Arial"/>
              </a:rPr>
              <a:t>L</a:t>
            </a:r>
            <a:r>
              <a:rPr lang="it" sz="1400">
                <a:solidFill>
                  <a:srgbClr val="3C4043"/>
                </a:solidFill>
                <a:highlight>
                  <a:srgbClr val="FFFFFF"/>
                </a:highlight>
                <a:latin typeface="Arial"/>
                <a:ea typeface="Arial"/>
                <a:cs typeface="Arial"/>
                <a:sym typeface="Arial"/>
              </a:rPr>
              <a:t>a distribuzione del target è simile ad una distribuzione normale, quindi abbastanza sbilanciato. </a:t>
            </a:r>
            <a:endParaRPr sz="1400">
              <a:solidFill>
                <a:srgbClr val="000000"/>
              </a:solidFill>
            </a:endParaRPr>
          </a:p>
        </p:txBody>
      </p:sp>
      <p:sp>
        <p:nvSpPr>
          <p:cNvPr id="294" name="Google Shape;294;g33969cdd6ec_0_7"/>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900"/>
              <a:buFont typeface="Arial"/>
              <a:buNone/>
            </a:pPr>
            <a:fld id="{00000000-1234-1234-1234-123412341234}" type="slidenum">
              <a:rPr lang="it"/>
              <a:t>‹#›</a:t>
            </a:fld>
            <a:endParaRPr/>
          </a:p>
        </p:txBody>
      </p:sp>
      <p:pic>
        <p:nvPicPr>
          <p:cNvPr id="295" name="Google Shape;295;g33969cdd6ec_0_7"/>
          <p:cNvPicPr preferRelativeResize="0"/>
          <p:nvPr/>
        </p:nvPicPr>
        <p:blipFill rotWithShape="1">
          <a:blip r:embed="rId3">
            <a:alphaModFix/>
          </a:blip>
          <a:srcRect b="0" l="0" r="0" t="0"/>
          <a:stretch/>
        </p:blipFill>
        <p:spPr>
          <a:xfrm>
            <a:off x="4359850" y="1141575"/>
            <a:ext cx="4187250" cy="3303699"/>
          </a:xfrm>
          <a:prstGeom prst="rect">
            <a:avLst/>
          </a:prstGeom>
          <a:noFill/>
          <a:ln>
            <a:noFill/>
          </a:ln>
        </p:spPr>
      </p:pic>
      <p:sp>
        <p:nvSpPr>
          <p:cNvPr id="296" name="Google Shape;296;g33969cdd6ec_0_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Target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
          <p:cNvSpPr txBox="1"/>
          <p:nvPr>
            <p:ph type="title"/>
          </p:nvPr>
        </p:nvSpPr>
        <p:spPr>
          <a:xfrm>
            <a:off x="1360325"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a:t>Obiettivi</a:t>
            </a:r>
            <a:endParaRPr/>
          </a:p>
        </p:txBody>
      </p:sp>
      <p:sp>
        <p:nvSpPr>
          <p:cNvPr id="302" name="Google Shape;302;p2"/>
          <p:cNvSpPr txBox="1"/>
          <p:nvPr>
            <p:ph idx="1" type="body"/>
          </p:nvPr>
        </p:nvSpPr>
        <p:spPr>
          <a:xfrm>
            <a:off x="1261825" y="1573425"/>
            <a:ext cx="7030500" cy="25416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rgbClr val="3C4043"/>
              </a:buClr>
              <a:buSzPts val="1500"/>
              <a:buFont typeface="Arial"/>
              <a:buChar char="●"/>
            </a:pPr>
            <a:r>
              <a:rPr lang="it" sz="1500">
                <a:solidFill>
                  <a:srgbClr val="3C4043"/>
                </a:solidFill>
                <a:highlight>
                  <a:srgbClr val="FFFFFF"/>
                </a:highlight>
                <a:latin typeface="Arial"/>
                <a:ea typeface="Arial"/>
                <a:cs typeface="Arial"/>
                <a:sym typeface="Arial"/>
              </a:rPr>
              <a:t>T</a:t>
            </a:r>
            <a:r>
              <a:rPr lang="it" sz="1500">
                <a:solidFill>
                  <a:srgbClr val="3C4043"/>
                </a:solidFill>
                <a:highlight>
                  <a:srgbClr val="FFFFFF"/>
                </a:highlight>
                <a:latin typeface="Arial"/>
                <a:ea typeface="Arial"/>
                <a:cs typeface="Arial"/>
                <a:sym typeface="Arial"/>
              </a:rPr>
              <a:t>raining di due modelli predittivi in grado di predire la classe di </a:t>
            </a:r>
            <a:r>
              <a:rPr b="1" lang="it" sz="1500">
                <a:solidFill>
                  <a:srgbClr val="3C4043"/>
                </a:solidFill>
                <a:highlight>
                  <a:srgbClr val="FFFFFF"/>
                </a:highlight>
                <a:latin typeface="Arial"/>
                <a:ea typeface="Arial"/>
                <a:cs typeface="Arial"/>
                <a:sym typeface="Arial"/>
              </a:rPr>
              <a:t>GPA</a:t>
            </a:r>
            <a:r>
              <a:rPr lang="it" sz="1500">
                <a:solidFill>
                  <a:srgbClr val="3C4043"/>
                </a:solidFill>
                <a:highlight>
                  <a:srgbClr val="FFFFFF"/>
                </a:highlight>
                <a:latin typeface="Arial"/>
                <a:ea typeface="Arial"/>
                <a:cs typeface="Arial"/>
                <a:sym typeface="Arial"/>
              </a:rPr>
              <a:t> (Grade Point Average)</a:t>
            </a:r>
            <a:endParaRPr sz="1500">
              <a:solidFill>
                <a:srgbClr val="3C4043"/>
              </a:solidFill>
              <a:highlight>
                <a:srgbClr val="FFFFFF"/>
              </a:highlight>
              <a:latin typeface="Arial"/>
              <a:ea typeface="Arial"/>
              <a:cs typeface="Arial"/>
              <a:sym typeface="Arial"/>
            </a:endParaRPr>
          </a:p>
          <a:p>
            <a:pPr indent="-323850" lvl="0" marL="457200" rtl="0" algn="l">
              <a:lnSpc>
                <a:spcPct val="115000"/>
              </a:lnSpc>
              <a:spcBef>
                <a:spcPts val="0"/>
              </a:spcBef>
              <a:spcAft>
                <a:spcPts val="0"/>
              </a:spcAft>
              <a:buClr>
                <a:srgbClr val="3C4043"/>
              </a:buClr>
              <a:buSzPts val="1500"/>
              <a:buFont typeface="Arial"/>
              <a:buChar char="●"/>
            </a:pPr>
            <a:r>
              <a:rPr lang="it" sz="1500">
                <a:solidFill>
                  <a:srgbClr val="3C4043"/>
                </a:solidFill>
                <a:highlight>
                  <a:srgbClr val="FFFFFF"/>
                </a:highlight>
                <a:latin typeface="Arial"/>
                <a:ea typeface="Arial"/>
                <a:cs typeface="Arial"/>
                <a:sym typeface="Arial"/>
              </a:rPr>
              <a:t>Confrontare i due modelli dal punto di vista del carico computazionale e delle performance di predizione.</a:t>
            </a:r>
            <a:endParaRPr sz="2000"/>
          </a:p>
        </p:txBody>
      </p:sp>
      <p:pic>
        <p:nvPicPr>
          <p:cNvPr id="303" name="Google Shape;303;p2"/>
          <p:cNvPicPr preferRelativeResize="0"/>
          <p:nvPr/>
        </p:nvPicPr>
        <p:blipFill rotWithShape="1">
          <a:blip r:embed="rId3">
            <a:alphaModFix/>
          </a:blip>
          <a:srcRect b="0" l="0" r="0" t="0"/>
          <a:stretch/>
        </p:blipFill>
        <p:spPr>
          <a:xfrm>
            <a:off x="8153450" y="0"/>
            <a:ext cx="990551" cy="990551"/>
          </a:xfrm>
          <a:prstGeom prst="rect">
            <a:avLst/>
          </a:prstGeom>
          <a:noFill/>
          <a:ln>
            <a:noFill/>
          </a:ln>
        </p:spPr>
      </p:pic>
      <p:sp>
        <p:nvSpPr>
          <p:cNvPr id="304" name="Google Shape;304;p2"/>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3969cdd6ec_0_19"/>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900"/>
              <a:buFont typeface="Arial"/>
              <a:buNone/>
            </a:pPr>
            <a:fld id="{00000000-1234-1234-1234-123412341234}" type="slidenum">
              <a:rPr lang="it"/>
              <a:t>‹#›</a:t>
            </a:fld>
            <a:endParaRPr/>
          </a:p>
        </p:txBody>
      </p:sp>
      <p:pic>
        <p:nvPicPr>
          <p:cNvPr id="310" name="Google Shape;310;g33969cdd6ec_0_19"/>
          <p:cNvPicPr preferRelativeResize="0"/>
          <p:nvPr/>
        </p:nvPicPr>
        <p:blipFill rotWithShape="1">
          <a:blip r:embed="rId3">
            <a:alphaModFix/>
          </a:blip>
          <a:srcRect b="0" l="0" r="0" t="0"/>
          <a:stretch/>
        </p:blipFill>
        <p:spPr>
          <a:xfrm>
            <a:off x="1230625" y="1327801"/>
            <a:ext cx="6682750" cy="3462200"/>
          </a:xfrm>
          <a:prstGeom prst="rect">
            <a:avLst/>
          </a:prstGeom>
          <a:noFill/>
          <a:ln>
            <a:noFill/>
          </a:ln>
        </p:spPr>
      </p:pic>
      <p:sp>
        <p:nvSpPr>
          <p:cNvPr id="311" name="Google Shape;311;g33969cdd6ec_0_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700"/>
              <a:t>Distribuzione features</a:t>
            </a:r>
            <a:endParaRPr sz="2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900"/>
              <a:buFont typeface="Arial"/>
              <a:buNone/>
            </a:pPr>
            <a:fld id="{00000000-1234-1234-1234-123412341234}" type="slidenum">
              <a:rPr lang="it"/>
              <a:t>‹#›</a:t>
            </a:fld>
            <a:endParaRPr/>
          </a:p>
        </p:txBody>
      </p:sp>
      <p:pic>
        <p:nvPicPr>
          <p:cNvPr id="317" name="Google Shape;317;p5"/>
          <p:cNvPicPr preferRelativeResize="0"/>
          <p:nvPr/>
        </p:nvPicPr>
        <p:blipFill rotWithShape="1">
          <a:blip r:embed="rId3">
            <a:alphaModFix/>
          </a:blip>
          <a:srcRect b="0" l="0" r="0" t="0"/>
          <a:stretch/>
        </p:blipFill>
        <p:spPr>
          <a:xfrm>
            <a:off x="8153450" y="0"/>
            <a:ext cx="990551" cy="990551"/>
          </a:xfrm>
          <a:prstGeom prst="rect">
            <a:avLst/>
          </a:prstGeom>
          <a:noFill/>
          <a:ln>
            <a:noFill/>
          </a:ln>
        </p:spPr>
      </p:pic>
      <p:pic>
        <p:nvPicPr>
          <p:cNvPr id="318" name="Google Shape;318;p5"/>
          <p:cNvPicPr preferRelativeResize="0"/>
          <p:nvPr/>
        </p:nvPicPr>
        <p:blipFill rotWithShape="1">
          <a:blip r:embed="rId4">
            <a:alphaModFix/>
          </a:blip>
          <a:srcRect b="0" l="0" r="0" t="0"/>
          <a:stretch/>
        </p:blipFill>
        <p:spPr>
          <a:xfrm>
            <a:off x="356650" y="1400601"/>
            <a:ext cx="3824175" cy="3657900"/>
          </a:xfrm>
          <a:prstGeom prst="rect">
            <a:avLst/>
          </a:prstGeom>
          <a:noFill/>
          <a:ln>
            <a:noFill/>
          </a:ln>
        </p:spPr>
      </p:pic>
      <p:sp>
        <p:nvSpPr>
          <p:cNvPr id="319" name="Google Shape;319;p5"/>
          <p:cNvSpPr txBox="1"/>
          <p:nvPr/>
        </p:nvSpPr>
        <p:spPr>
          <a:xfrm>
            <a:off x="4459002" y="1400600"/>
            <a:ext cx="41460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lang="it" sz="1300">
                <a:solidFill>
                  <a:srgbClr val="3C4043"/>
                </a:solidFill>
                <a:highlight>
                  <a:srgbClr val="FFFFFF"/>
                </a:highlight>
              </a:rPr>
              <a:t>Assenze unica correlazione significativa.</a:t>
            </a:r>
            <a:endParaRPr sz="1300">
              <a:solidFill>
                <a:srgbClr val="3C4043"/>
              </a:solidFill>
              <a:highlight>
                <a:srgbClr val="FFFFFF"/>
              </a:highlight>
            </a:endParaRPr>
          </a:p>
          <a:p>
            <a:pPr indent="0" lvl="0" marL="0" marR="0" rtl="0" algn="l">
              <a:lnSpc>
                <a:spcPct val="115000"/>
              </a:lnSpc>
              <a:spcBef>
                <a:spcPts val="0"/>
              </a:spcBef>
              <a:spcAft>
                <a:spcPts val="0"/>
              </a:spcAft>
              <a:buClr>
                <a:srgbClr val="000000"/>
              </a:buClr>
              <a:buSzPts val="1300"/>
              <a:buFont typeface="Arial"/>
              <a:buNone/>
            </a:pPr>
            <a:r>
              <a:rPr b="0" i="0" lang="it" sz="1300" u="none" cap="none" strike="noStrike">
                <a:solidFill>
                  <a:srgbClr val="3C4043"/>
                </a:solidFill>
                <a:highlight>
                  <a:srgbClr val="FFFFFF"/>
                </a:highlight>
                <a:latin typeface="Arial"/>
                <a:ea typeface="Arial"/>
                <a:cs typeface="Arial"/>
                <a:sym typeface="Arial"/>
              </a:rPr>
              <a:t>La correlazione negativa</a:t>
            </a:r>
            <a:r>
              <a:rPr lang="it" sz="1300">
                <a:solidFill>
                  <a:srgbClr val="3C4043"/>
                </a:solidFill>
                <a:highlight>
                  <a:srgbClr val="FFFFFF"/>
                </a:highlight>
              </a:rPr>
              <a:t> </a:t>
            </a:r>
            <a:r>
              <a:rPr b="0" i="0" lang="it" sz="1300" u="none" cap="none" strike="noStrike">
                <a:solidFill>
                  <a:srgbClr val="3C4043"/>
                </a:solidFill>
                <a:highlight>
                  <a:srgbClr val="FFFFFF"/>
                </a:highlight>
                <a:latin typeface="Arial"/>
                <a:ea typeface="Arial"/>
                <a:cs typeface="Arial"/>
                <a:sym typeface="Arial"/>
              </a:rPr>
              <a:t>ha senso </a:t>
            </a:r>
            <a:r>
              <a:rPr lang="it" sz="1300">
                <a:solidFill>
                  <a:srgbClr val="3C4043"/>
                </a:solidFill>
                <a:highlight>
                  <a:srgbClr val="FFFFFF"/>
                </a:highlight>
              </a:rPr>
              <a:t>perché</a:t>
            </a:r>
            <a:r>
              <a:rPr b="0" i="0" lang="it" sz="1300" u="none" cap="none" strike="noStrike">
                <a:solidFill>
                  <a:srgbClr val="3C4043"/>
                </a:solidFill>
                <a:highlight>
                  <a:srgbClr val="FFFFFF"/>
                </a:highlight>
                <a:latin typeface="Arial"/>
                <a:ea typeface="Arial"/>
                <a:cs typeface="Arial"/>
                <a:sym typeface="Arial"/>
              </a:rPr>
              <a:t> al crescere delle assenze il voto si abbass</a:t>
            </a:r>
            <a:r>
              <a:rPr lang="it" sz="1300">
                <a:solidFill>
                  <a:srgbClr val="3C4043"/>
                </a:solidFill>
                <a:highlight>
                  <a:srgbClr val="FFFFFF"/>
                </a:highlight>
              </a:rPr>
              <a:t>a</a:t>
            </a:r>
            <a:r>
              <a:rPr b="0" i="0" lang="it" sz="1300" u="none" cap="none" strike="noStrike">
                <a:solidFill>
                  <a:srgbClr val="3C4043"/>
                </a:solidFill>
                <a:highlight>
                  <a:srgbClr val="FFFFFF"/>
                </a:highlight>
                <a:latin typeface="Arial"/>
                <a:ea typeface="Arial"/>
                <a:cs typeface="Arial"/>
                <a:sym typeface="Arial"/>
              </a:rPr>
              <a:t>.</a:t>
            </a:r>
            <a:endParaRPr b="0" i="0" sz="1300" u="none" cap="none" strike="noStrike">
              <a:solidFill>
                <a:srgbClr val="3C4043"/>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t/>
            </a:r>
            <a:endParaRPr sz="1300">
              <a:solidFill>
                <a:srgbClr val="3C4043"/>
              </a:solidFill>
              <a:highlight>
                <a:srgbClr val="FFFFFF"/>
              </a:highlight>
            </a:endParaRPr>
          </a:p>
          <a:p>
            <a:pPr indent="0" lvl="0" marL="0" marR="0" rtl="0" algn="l">
              <a:lnSpc>
                <a:spcPct val="115000"/>
              </a:lnSpc>
              <a:spcBef>
                <a:spcPts val="0"/>
              </a:spcBef>
              <a:spcAft>
                <a:spcPts val="0"/>
              </a:spcAft>
              <a:buClr>
                <a:srgbClr val="000000"/>
              </a:buClr>
              <a:buSzPts val="1300"/>
              <a:buFont typeface="Arial"/>
              <a:buNone/>
            </a:pPr>
            <a:r>
              <a:rPr b="0" i="0" lang="it" sz="1300" u="none" cap="none" strike="noStrike">
                <a:solidFill>
                  <a:srgbClr val="3C4043"/>
                </a:solidFill>
                <a:highlight>
                  <a:srgbClr val="FFFFFF"/>
                </a:highlight>
                <a:latin typeface="Arial"/>
                <a:ea typeface="Arial"/>
                <a:cs typeface="Arial"/>
                <a:sym typeface="Arial"/>
              </a:rPr>
              <a:t>Notiamo inoltre che non ci sono correlazioni significative tra le features</a:t>
            </a:r>
            <a:r>
              <a:rPr lang="it" sz="1300">
                <a:solidFill>
                  <a:srgbClr val="3C4043"/>
                </a:solidFill>
                <a:highlight>
                  <a:srgbClr val="FFFFFF"/>
                </a:highlight>
              </a:rPr>
              <a:t>. N</a:t>
            </a:r>
            <a:r>
              <a:rPr b="0" i="0" lang="it" sz="1300" u="none" cap="none" strike="noStrike">
                <a:solidFill>
                  <a:srgbClr val="3C4043"/>
                </a:solidFill>
                <a:highlight>
                  <a:srgbClr val="FFFFFF"/>
                </a:highlight>
                <a:latin typeface="Arial"/>
                <a:ea typeface="Arial"/>
                <a:cs typeface="Arial"/>
                <a:sym typeface="Arial"/>
              </a:rPr>
              <a:t>on c'è multicollinearità, quindi ogni feature porta informazioni uniche.</a:t>
            </a:r>
            <a:endParaRPr b="0" i="0" sz="1100" u="none" cap="none" strike="noStrike">
              <a:solidFill>
                <a:schemeClr val="dk2"/>
              </a:solidFill>
              <a:latin typeface="Nunito"/>
              <a:ea typeface="Nunito"/>
              <a:cs typeface="Nunito"/>
              <a:sym typeface="Nunito"/>
            </a:endParaRPr>
          </a:p>
        </p:txBody>
      </p:sp>
      <p:sp>
        <p:nvSpPr>
          <p:cNvPr id="320" name="Google Shape;320;p5"/>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Correlazione</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4"/>
          <p:cNvPicPr preferRelativeResize="0"/>
          <p:nvPr/>
        </p:nvPicPr>
        <p:blipFill rotWithShape="1">
          <a:blip r:embed="rId3">
            <a:alphaModFix/>
          </a:blip>
          <a:srcRect b="0" l="0" r="0" t="0"/>
          <a:stretch/>
        </p:blipFill>
        <p:spPr>
          <a:xfrm>
            <a:off x="8153450" y="0"/>
            <a:ext cx="990551" cy="990551"/>
          </a:xfrm>
          <a:prstGeom prst="rect">
            <a:avLst/>
          </a:prstGeom>
          <a:noFill/>
          <a:ln>
            <a:noFill/>
          </a:ln>
        </p:spPr>
      </p:pic>
      <p:sp>
        <p:nvSpPr>
          <p:cNvPr id="326" name="Google Shape;326;p4"/>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it"/>
              <a:t>‹#›</a:t>
            </a:fld>
            <a:endParaRPr/>
          </a:p>
        </p:txBody>
      </p:sp>
      <p:sp>
        <p:nvSpPr>
          <p:cNvPr id="327" name="Google Shape;327;p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a:t>Elaborazione dei dati</a:t>
            </a:r>
            <a:endParaRPr/>
          </a:p>
        </p:txBody>
      </p:sp>
      <p:sp>
        <p:nvSpPr>
          <p:cNvPr id="328" name="Google Shape;328;p4"/>
          <p:cNvSpPr txBox="1"/>
          <p:nvPr/>
        </p:nvSpPr>
        <p:spPr>
          <a:xfrm>
            <a:off x="1303800" y="1626700"/>
            <a:ext cx="6808800" cy="3000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lang="it">
                <a:solidFill>
                  <a:srgbClr val="3C4043"/>
                </a:solidFill>
                <a:highlight>
                  <a:srgbClr val="FFFFFF"/>
                </a:highlight>
              </a:rPr>
              <a:t>E</a:t>
            </a:r>
            <a:r>
              <a:rPr b="0" i="0" lang="it" u="none" cap="none" strike="noStrike">
                <a:solidFill>
                  <a:srgbClr val="3C4043"/>
                </a:solidFill>
                <a:highlight>
                  <a:srgbClr val="FFFFFF"/>
                </a:highlight>
                <a:latin typeface="Arial"/>
                <a:ea typeface="Arial"/>
                <a:cs typeface="Arial"/>
                <a:sym typeface="Arial"/>
              </a:rPr>
              <a:t>ncoding della variabile </a:t>
            </a:r>
            <a:r>
              <a:rPr b="0" i="0" lang="it" u="sng" cap="none" strike="noStrike">
                <a:solidFill>
                  <a:srgbClr val="3C4043"/>
                </a:solidFill>
                <a:highlight>
                  <a:srgbClr val="FFFFFF"/>
                </a:highlight>
                <a:latin typeface="Arial"/>
                <a:ea typeface="Arial"/>
                <a:cs typeface="Arial"/>
                <a:sym typeface="Arial"/>
              </a:rPr>
              <a:t>Ethnicity</a:t>
            </a:r>
            <a:r>
              <a:rPr b="0" i="0" lang="it" u="none" cap="none" strike="noStrike">
                <a:solidFill>
                  <a:srgbClr val="3C4043"/>
                </a:solidFill>
                <a:highlight>
                  <a:srgbClr val="FFFFFF"/>
                </a:highlight>
                <a:latin typeface="Arial"/>
                <a:ea typeface="Arial"/>
                <a:cs typeface="Arial"/>
                <a:sym typeface="Arial"/>
              </a:rPr>
              <a:t> utilizzando la tecnica dell'encoding one-hot.</a:t>
            </a:r>
            <a:endParaRPr b="0" i="0" u="none" cap="none" strike="noStrike">
              <a:solidFill>
                <a:srgbClr val="3C4043"/>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t/>
            </a:r>
            <a:endParaRPr>
              <a:solidFill>
                <a:srgbClr val="3C4043"/>
              </a:solidFill>
              <a:highlight>
                <a:srgbClr val="FFFFFF"/>
              </a:highlight>
            </a:endParaRPr>
          </a:p>
          <a:p>
            <a:pPr indent="0" lvl="0" marL="0" marR="0" rtl="0" algn="l">
              <a:lnSpc>
                <a:spcPct val="115000"/>
              </a:lnSpc>
              <a:spcBef>
                <a:spcPts val="0"/>
              </a:spcBef>
              <a:spcAft>
                <a:spcPts val="0"/>
              </a:spcAft>
              <a:buClr>
                <a:srgbClr val="000000"/>
              </a:buClr>
              <a:buSzPts val="1300"/>
              <a:buFont typeface="Arial"/>
              <a:buNone/>
            </a:pPr>
            <a:r>
              <a:rPr lang="it">
                <a:solidFill>
                  <a:srgbClr val="3C4043"/>
                </a:solidFill>
                <a:highlight>
                  <a:srgbClr val="FFFFFF"/>
                </a:highlight>
              </a:rPr>
              <a:t>Drop del</a:t>
            </a:r>
            <a:r>
              <a:rPr b="0" i="0" lang="it" u="none" cap="none" strike="noStrike">
                <a:solidFill>
                  <a:srgbClr val="3C4043"/>
                </a:solidFill>
                <a:highlight>
                  <a:srgbClr val="FFFFFF"/>
                </a:highlight>
                <a:latin typeface="Arial"/>
                <a:ea typeface="Arial"/>
                <a:cs typeface="Arial"/>
                <a:sym typeface="Arial"/>
              </a:rPr>
              <a:t>la categoria </a:t>
            </a:r>
            <a:r>
              <a:rPr b="0" i="0" lang="it" u="sng" cap="none" strike="noStrike">
                <a:solidFill>
                  <a:srgbClr val="3C4043"/>
                </a:solidFill>
                <a:highlight>
                  <a:srgbClr val="FFFFFF"/>
                </a:highlight>
                <a:latin typeface="Arial"/>
                <a:ea typeface="Arial"/>
                <a:cs typeface="Arial"/>
                <a:sym typeface="Arial"/>
              </a:rPr>
              <a:t>Other</a:t>
            </a:r>
            <a:r>
              <a:rPr b="0" i="0" lang="it" u="none" cap="none" strike="noStrike">
                <a:solidFill>
                  <a:srgbClr val="3C4043"/>
                </a:solidFill>
                <a:highlight>
                  <a:srgbClr val="FFFFFF"/>
                </a:highlight>
                <a:latin typeface="Arial"/>
                <a:ea typeface="Arial"/>
                <a:cs typeface="Arial"/>
                <a:sym typeface="Arial"/>
              </a:rPr>
              <a:t> in quanto deducibile dalle altre colonne, e quindi introduce multicollinearità.</a:t>
            </a:r>
            <a:endParaRPr b="0" i="0" u="none" cap="none" strike="noStrike">
              <a:solidFill>
                <a:srgbClr val="3C4043"/>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t/>
            </a:r>
            <a:endParaRPr>
              <a:solidFill>
                <a:srgbClr val="3C4043"/>
              </a:solidFill>
              <a:highlight>
                <a:srgbClr val="FFFFFF"/>
              </a:highlight>
            </a:endParaRPr>
          </a:p>
          <a:p>
            <a:pPr indent="0" lvl="0" marL="0" marR="0" rtl="0" algn="l">
              <a:lnSpc>
                <a:spcPct val="115000"/>
              </a:lnSpc>
              <a:spcBef>
                <a:spcPts val="0"/>
              </a:spcBef>
              <a:spcAft>
                <a:spcPts val="0"/>
              </a:spcAft>
              <a:buClr>
                <a:srgbClr val="000000"/>
              </a:buClr>
              <a:buSzPts val="1300"/>
              <a:buFont typeface="Arial"/>
              <a:buNone/>
            </a:pPr>
            <a:r>
              <a:rPr b="0" i="0" lang="it" u="none" cap="none" strike="noStrike">
                <a:solidFill>
                  <a:srgbClr val="3C4043"/>
                </a:solidFill>
                <a:highlight>
                  <a:srgbClr val="FFFFFF"/>
                </a:highlight>
                <a:latin typeface="Arial"/>
                <a:ea typeface="Arial"/>
                <a:cs typeface="Arial"/>
                <a:sym typeface="Arial"/>
              </a:rPr>
              <a:t>Manteniamo invece la feature </a:t>
            </a:r>
            <a:r>
              <a:rPr b="0" i="0" lang="it" u="sng" cap="none" strike="noStrike">
                <a:solidFill>
                  <a:srgbClr val="3C4043"/>
                </a:solidFill>
                <a:highlight>
                  <a:srgbClr val="FFFFFF"/>
                </a:highlight>
                <a:latin typeface="Arial"/>
                <a:ea typeface="Arial"/>
                <a:cs typeface="Arial"/>
                <a:sym typeface="Arial"/>
              </a:rPr>
              <a:t>Parental</a:t>
            </a:r>
            <a:r>
              <a:rPr b="0" i="0" lang="it" u="sng" cap="none" strike="noStrike">
                <a:solidFill>
                  <a:srgbClr val="3C4043"/>
                </a:solidFill>
                <a:highlight>
                  <a:srgbClr val="FFFFFF"/>
                </a:highlight>
                <a:latin typeface="Arial"/>
                <a:ea typeface="Arial"/>
                <a:cs typeface="Arial"/>
                <a:sym typeface="Arial"/>
              </a:rPr>
              <a:t> </a:t>
            </a:r>
            <a:r>
              <a:rPr b="0" i="0" lang="it" u="sng" cap="none" strike="noStrike">
                <a:solidFill>
                  <a:srgbClr val="3C4043"/>
                </a:solidFill>
                <a:highlight>
                  <a:srgbClr val="FFFFFF"/>
                </a:highlight>
                <a:latin typeface="Arial"/>
                <a:ea typeface="Arial"/>
                <a:cs typeface="Arial"/>
                <a:sym typeface="Arial"/>
              </a:rPr>
              <a:t>Education</a:t>
            </a:r>
            <a:r>
              <a:rPr b="0" i="0" lang="it" u="none" cap="none" strike="noStrike">
                <a:solidFill>
                  <a:srgbClr val="3C4043"/>
                </a:solidFill>
                <a:highlight>
                  <a:srgbClr val="FFFFFF"/>
                </a:highlight>
                <a:latin typeface="Arial"/>
                <a:ea typeface="Arial"/>
                <a:cs typeface="Arial"/>
                <a:sym typeface="Arial"/>
              </a:rPr>
              <a:t> come variabile categorica espressa in termini di numeri, in quanto l'ordine crescente dei numeri rispecchia l'ordine dei titoli di studio.</a:t>
            </a:r>
            <a:r>
              <a:rPr lang="it">
                <a:solidFill>
                  <a:srgbClr val="3C4043"/>
                </a:solidFill>
                <a:highlight>
                  <a:srgbClr val="FFFFFF"/>
                </a:highlight>
              </a:rPr>
              <a:t> </a:t>
            </a:r>
            <a:r>
              <a:rPr b="0" i="0" lang="it" u="none" cap="none" strike="noStrike">
                <a:solidFill>
                  <a:srgbClr val="3C4043"/>
                </a:solidFill>
                <a:highlight>
                  <a:srgbClr val="FFFFFF"/>
                </a:highlight>
                <a:latin typeface="Arial"/>
                <a:ea typeface="Arial"/>
                <a:cs typeface="Arial"/>
                <a:sym typeface="Arial"/>
              </a:rPr>
              <a:t>Lo stesso vale per la feature </a:t>
            </a:r>
            <a:r>
              <a:rPr b="0" i="0" lang="it" u="sng" cap="none" strike="noStrike">
                <a:solidFill>
                  <a:srgbClr val="3C4043"/>
                </a:solidFill>
                <a:highlight>
                  <a:srgbClr val="FFFFFF"/>
                </a:highlight>
                <a:latin typeface="Arial"/>
                <a:ea typeface="Arial"/>
                <a:cs typeface="Arial"/>
                <a:sym typeface="Arial"/>
              </a:rPr>
              <a:t>Parental</a:t>
            </a:r>
            <a:r>
              <a:rPr b="0" i="0" lang="it" u="sng" cap="none" strike="noStrike">
                <a:solidFill>
                  <a:srgbClr val="3C4043"/>
                </a:solidFill>
                <a:highlight>
                  <a:srgbClr val="FFFFFF"/>
                </a:highlight>
                <a:latin typeface="Arial"/>
                <a:ea typeface="Arial"/>
                <a:cs typeface="Arial"/>
                <a:sym typeface="Arial"/>
              </a:rPr>
              <a:t> </a:t>
            </a:r>
            <a:r>
              <a:rPr b="0" i="0" lang="it" u="sng" cap="none" strike="noStrike">
                <a:solidFill>
                  <a:srgbClr val="3C4043"/>
                </a:solidFill>
                <a:highlight>
                  <a:srgbClr val="FFFFFF"/>
                </a:highlight>
                <a:latin typeface="Arial"/>
                <a:ea typeface="Arial"/>
                <a:cs typeface="Arial"/>
                <a:sym typeface="Arial"/>
              </a:rPr>
              <a:t>Support</a:t>
            </a:r>
            <a:r>
              <a:rPr b="0" i="0" lang="it" u="none" cap="none" strike="noStrike">
                <a:solidFill>
                  <a:srgbClr val="3C4043"/>
                </a:solidFill>
                <a:highlight>
                  <a:srgbClr val="FFFFFF"/>
                </a:highlight>
                <a:latin typeface="Arial"/>
                <a:ea typeface="Arial"/>
                <a:cs typeface="Arial"/>
                <a:sym typeface="Arial"/>
              </a:rPr>
              <a:t>.</a:t>
            </a:r>
            <a:endParaRPr b="0" i="0" sz="1300" u="none" cap="none" strike="noStrike">
              <a:solidFill>
                <a:srgbClr val="3C4043"/>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3C4043"/>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6"/>
          <p:cNvSpPr txBox="1"/>
          <p:nvPr>
            <p:ph type="title"/>
          </p:nvPr>
        </p:nvSpPr>
        <p:spPr>
          <a:xfrm>
            <a:off x="2504400" y="2076450"/>
            <a:ext cx="4135200" cy="99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77777"/>
              <a:buNone/>
            </a:pPr>
            <a:r>
              <a:rPr lang="it"/>
              <a:t>Albero Decisionale</a:t>
            </a:r>
            <a:endParaRPr/>
          </a:p>
        </p:txBody>
      </p:sp>
      <p:pic>
        <p:nvPicPr>
          <p:cNvPr id="334" name="Google Shape;334;p6"/>
          <p:cNvPicPr preferRelativeResize="0"/>
          <p:nvPr/>
        </p:nvPicPr>
        <p:blipFill rotWithShape="1">
          <a:blip r:embed="rId3">
            <a:alphaModFix/>
          </a:blip>
          <a:srcRect b="0" l="0" r="0" t="0"/>
          <a:stretch/>
        </p:blipFill>
        <p:spPr>
          <a:xfrm>
            <a:off x="8153450" y="0"/>
            <a:ext cx="990551" cy="990551"/>
          </a:xfrm>
          <a:prstGeom prst="rect">
            <a:avLst/>
          </a:prstGeom>
          <a:noFill/>
          <a:ln>
            <a:noFill/>
          </a:ln>
        </p:spPr>
      </p:pic>
      <p:sp>
        <p:nvSpPr>
          <p:cNvPr id="335" name="Google Shape;335;p6"/>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it">
                <a:solidFill>
                  <a:schemeClr val="lt1"/>
                </a:solidFill>
              </a:rPr>
              <a:t>‹#›</a:t>
            </a:fld>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2682def0cb_0_0"/>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a:t>Training e validazione</a:t>
            </a:r>
            <a:endParaRPr/>
          </a:p>
        </p:txBody>
      </p:sp>
      <p:sp>
        <p:nvSpPr>
          <p:cNvPr id="341" name="Google Shape;341;g32682def0cb_0_0"/>
          <p:cNvSpPr txBox="1"/>
          <p:nvPr>
            <p:ph idx="1" type="body"/>
          </p:nvPr>
        </p:nvSpPr>
        <p:spPr>
          <a:xfrm>
            <a:off x="1158925" y="1845450"/>
            <a:ext cx="7030500" cy="25416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50000"/>
              </a:lnSpc>
              <a:spcBef>
                <a:spcPts val="0"/>
              </a:spcBef>
              <a:spcAft>
                <a:spcPts val="0"/>
              </a:spcAft>
              <a:buClr>
                <a:schemeClr val="dk2"/>
              </a:buClr>
              <a:buSzPts val="1800"/>
              <a:buFont typeface="Nunito"/>
              <a:buChar char="●"/>
            </a:pPr>
            <a:r>
              <a:rPr lang="it" sz="1800"/>
              <a:t>Training sul 70% del dataset, test sul 30%</a:t>
            </a:r>
            <a:endParaRPr sz="1800"/>
          </a:p>
          <a:p>
            <a:pPr indent="-342900" lvl="0" marL="457200" rtl="0" algn="l">
              <a:lnSpc>
                <a:spcPct val="150000"/>
              </a:lnSpc>
              <a:spcBef>
                <a:spcPts val="0"/>
              </a:spcBef>
              <a:spcAft>
                <a:spcPts val="0"/>
              </a:spcAft>
              <a:buSzPts val="1800"/>
              <a:buChar char="●"/>
            </a:pPr>
            <a:r>
              <a:rPr lang="it" sz="1800"/>
              <a:t>Ricerca del miglior parametro di complessità</a:t>
            </a:r>
            <a:endParaRPr sz="1800"/>
          </a:p>
          <a:p>
            <a:pPr indent="-342900" lvl="0" marL="457200" marR="0" rtl="0" algn="l">
              <a:lnSpc>
                <a:spcPct val="150000"/>
              </a:lnSpc>
              <a:spcBef>
                <a:spcPts val="0"/>
              </a:spcBef>
              <a:spcAft>
                <a:spcPts val="0"/>
              </a:spcAft>
              <a:buClr>
                <a:schemeClr val="dk2"/>
              </a:buClr>
              <a:buSzPts val="1800"/>
              <a:buFont typeface="Nunito"/>
              <a:buChar char="●"/>
            </a:pPr>
            <a:r>
              <a:rPr lang="it" sz="1800"/>
              <a:t>Grid-search per l’individuazione dei migliori iperparametri</a:t>
            </a:r>
            <a:endParaRPr sz="1800"/>
          </a:p>
          <a:p>
            <a:pPr indent="-342900" lvl="0" marL="457200" rtl="0" algn="l">
              <a:lnSpc>
                <a:spcPct val="150000"/>
              </a:lnSpc>
              <a:spcBef>
                <a:spcPts val="0"/>
              </a:spcBef>
              <a:spcAft>
                <a:spcPts val="0"/>
              </a:spcAft>
              <a:buSzPts val="1800"/>
              <a:buChar char="●"/>
            </a:pPr>
            <a:r>
              <a:rPr lang="it" sz="1800"/>
              <a:t>Validazione con cross-validation (5 fold)</a:t>
            </a:r>
            <a:endParaRPr sz="1800"/>
          </a:p>
        </p:txBody>
      </p:sp>
      <p:sp>
        <p:nvSpPr>
          <p:cNvPr id="342" name="Google Shape;342;g32682def0cb_0_0"/>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it"/>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g33969cdd6ec_0_43"/>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900"/>
              <a:buFont typeface="Arial"/>
              <a:buNone/>
            </a:pPr>
            <a:fld id="{00000000-1234-1234-1234-123412341234}" type="slidenum">
              <a:rPr lang="it"/>
              <a:t>‹#›</a:t>
            </a:fld>
            <a:endParaRPr/>
          </a:p>
        </p:txBody>
      </p:sp>
      <p:pic>
        <p:nvPicPr>
          <p:cNvPr id="348" name="Google Shape;348;g33969cdd6ec_0_43"/>
          <p:cNvPicPr preferRelativeResize="0"/>
          <p:nvPr/>
        </p:nvPicPr>
        <p:blipFill rotWithShape="1">
          <a:blip r:embed="rId3">
            <a:alphaModFix/>
          </a:blip>
          <a:srcRect b="0" l="0" r="0" t="0"/>
          <a:stretch/>
        </p:blipFill>
        <p:spPr>
          <a:xfrm>
            <a:off x="531950" y="1597875"/>
            <a:ext cx="3262850" cy="2623825"/>
          </a:xfrm>
          <a:prstGeom prst="rect">
            <a:avLst/>
          </a:prstGeom>
          <a:noFill/>
          <a:ln>
            <a:noFill/>
          </a:ln>
        </p:spPr>
      </p:pic>
      <p:sp>
        <p:nvSpPr>
          <p:cNvPr id="349" name="Google Shape;349;g33969cdd6ec_0_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Tuning del modello</a:t>
            </a:r>
            <a:endParaRPr/>
          </a:p>
        </p:txBody>
      </p:sp>
      <p:sp>
        <p:nvSpPr>
          <p:cNvPr id="350" name="Google Shape;350;g33969cdd6ec_0_43"/>
          <p:cNvSpPr txBox="1"/>
          <p:nvPr/>
        </p:nvSpPr>
        <p:spPr>
          <a:xfrm>
            <a:off x="4347225" y="1484050"/>
            <a:ext cx="4330200" cy="9345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2"/>
              </a:buClr>
              <a:buSzPts val="1300"/>
              <a:buFont typeface="Nunito"/>
              <a:buChar char="●"/>
            </a:pPr>
            <a:r>
              <a:rPr lang="it" sz="1300">
                <a:solidFill>
                  <a:schemeClr val="dk2"/>
                </a:solidFill>
                <a:latin typeface="Nunito"/>
                <a:ea typeface="Nunito"/>
                <a:cs typeface="Nunito"/>
                <a:sym typeface="Nunito"/>
              </a:rPr>
              <a:t>Individuazione</a:t>
            </a:r>
            <a:r>
              <a:rPr lang="it" sz="1300">
                <a:solidFill>
                  <a:schemeClr val="dk2"/>
                </a:solidFill>
                <a:latin typeface="Nunito"/>
                <a:ea typeface="Nunito"/>
                <a:cs typeface="Nunito"/>
                <a:sym typeface="Nunito"/>
              </a:rPr>
              <a:t> miglior CCP alpha</a:t>
            </a:r>
            <a:endParaRPr sz="1300">
              <a:solidFill>
                <a:schemeClr val="dk2"/>
              </a:solidFill>
              <a:latin typeface="Nunito"/>
              <a:ea typeface="Nunito"/>
              <a:cs typeface="Nunito"/>
              <a:sym typeface="Nunito"/>
            </a:endParaRPr>
          </a:p>
          <a:p>
            <a:pPr indent="-311150" lvl="0" marL="457200" rtl="0" algn="l">
              <a:lnSpc>
                <a:spcPct val="115000"/>
              </a:lnSpc>
              <a:spcBef>
                <a:spcPts val="0"/>
              </a:spcBef>
              <a:spcAft>
                <a:spcPts val="0"/>
              </a:spcAft>
              <a:buClr>
                <a:schemeClr val="dk2"/>
              </a:buClr>
              <a:buSzPts val="1300"/>
              <a:buFont typeface="Nunito"/>
              <a:buChar char="●"/>
            </a:pPr>
            <a:r>
              <a:rPr lang="it" sz="1300">
                <a:solidFill>
                  <a:schemeClr val="dk2"/>
                </a:solidFill>
                <a:latin typeface="Nunito"/>
                <a:ea typeface="Nunito"/>
                <a:cs typeface="Nunito"/>
                <a:sym typeface="Nunito"/>
              </a:rPr>
              <a:t>Individuazione migliori iperparametri con GridSearch e cross-validation</a:t>
            </a:r>
            <a:endParaRPr sz="1300">
              <a:solidFill>
                <a:schemeClr val="dk2"/>
              </a:solidFill>
              <a:latin typeface="Nunito"/>
              <a:ea typeface="Nunito"/>
              <a:cs typeface="Nunito"/>
              <a:sym typeface="Nunito"/>
            </a:endParaRPr>
          </a:p>
        </p:txBody>
      </p:sp>
      <p:pic>
        <p:nvPicPr>
          <p:cNvPr id="351" name="Google Shape;351;g33969cdd6ec_0_43"/>
          <p:cNvPicPr preferRelativeResize="0"/>
          <p:nvPr/>
        </p:nvPicPr>
        <p:blipFill rotWithShape="1">
          <a:blip r:embed="rId4">
            <a:alphaModFix/>
          </a:blip>
          <a:srcRect b="0" l="0" r="0" t="0"/>
          <a:stretch/>
        </p:blipFill>
        <p:spPr>
          <a:xfrm>
            <a:off x="4572000" y="2542325"/>
            <a:ext cx="4033049" cy="2275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3969cdd6ec_0_5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it"/>
              <a:t>‹#›</a:t>
            </a:fld>
            <a:endParaRPr/>
          </a:p>
        </p:txBody>
      </p:sp>
      <p:sp>
        <p:nvSpPr>
          <p:cNvPr id="357" name="Google Shape;357;g33969cdd6ec_0_51"/>
          <p:cNvSpPr txBox="1"/>
          <p:nvPr>
            <p:ph type="title"/>
          </p:nvPr>
        </p:nvSpPr>
        <p:spPr>
          <a:xfrm>
            <a:off x="1312775" y="583225"/>
            <a:ext cx="59007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a:t>Risultati</a:t>
            </a:r>
            <a:endParaRPr/>
          </a:p>
        </p:txBody>
      </p:sp>
      <p:pic>
        <p:nvPicPr>
          <p:cNvPr id="358" name="Google Shape;358;g33969cdd6ec_0_51"/>
          <p:cNvPicPr preferRelativeResize="0"/>
          <p:nvPr/>
        </p:nvPicPr>
        <p:blipFill>
          <a:blip r:embed="rId3">
            <a:alphaModFix/>
          </a:blip>
          <a:stretch>
            <a:fillRect/>
          </a:stretch>
        </p:blipFill>
        <p:spPr>
          <a:xfrm>
            <a:off x="4684300" y="1582525"/>
            <a:ext cx="3968875" cy="3092551"/>
          </a:xfrm>
          <a:prstGeom prst="rect">
            <a:avLst/>
          </a:prstGeom>
          <a:noFill/>
          <a:ln>
            <a:noFill/>
          </a:ln>
        </p:spPr>
      </p:pic>
      <p:pic>
        <p:nvPicPr>
          <p:cNvPr id="359" name="Google Shape;359;g33969cdd6ec_0_51"/>
          <p:cNvPicPr preferRelativeResize="0"/>
          <p:nvPr/>
        </p:nvPicPr>
        <p:blipFill rotWithShape="1">
          <a:blip r:embed="rId4">
            <a:alphaModFix/>
          </a:blip>
          <a:srcRect b="0" l="0" r="0" t="0"/>
          <a:stretch/>
        </p:blipFill>
        <p:spPr>
          <a:xfrm>
            <a:off x="329700" y="1582525"/>
            <a:ext cx="3742689" cy="31544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3969cdd6ec_0_31"/>
          <p:cNvSpPr txBox="1"/>
          <p:nvPr>
            <p:ph type="title"/>
          </p:nvPr>
        </p:nvSpPr>
        <p:spPr>
          <a:xfrm>
            <a:off x="2504400" y="2076450"/>
            <a:ext cx="4135200" cy="990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it"/>
              <a:t>Rete Multistrato</a:t>
            </a:r>
            <a:endParaRPr/>
          </a:p>
        </p:txBody>
      </p:sp>
      <p:pic>
        <p:nvPicPr>
          <p:cNvPr id="365" name="Google Shape;365;g33969cdd6ec_0_31"/>
          <p:cNvPicPr preferRelativeResize="0"/>
          <p:nvPr/>
        </p:nvPicPr>
        <p:blipFill rotWithShape="1">
          <a:blip r:embed="rId3">
            <a:alphaModFix/>
          </a:blip>
          <a:srcRect b="0" l="0" r="0" t="0"/>
          <a:stretch/>
        </p:blipFill>
        <p:spPr>
          <a:xfrm>
            <a:off x="8153450" y="0"/>
            <a:ext cx="990551" cy="990551"/>
          </a:xfrm>
          <a:prstGeom prst="rect">
            <a:avLst/>
          </a:prstGeom>
          <a:noFill/>
          <a:ln>
            <a:noFill/>
          </a:ln>
        </p:spPr>
      </p:pic>
      <p:sp>
        <p:nvSpPr>
          <p:cNvPr id="366" name="Google Shape;366;g33969cdd6ec_0_3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it">
                <a:solidFill>
                  <a:schemeClr val="lt1"/>
                </a:solidFill>
              </a:rPr>
              <a:t>‹#›</a:t>
            </a:fld>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3969cdd6ec_0_37"/>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a:t>Training e validazione</a:t>
            </a:r>
            <a:endParaRPr/>
          </a:p>
        </p:txBody>
      </p:sp>
      <p:sp>
        <p:nvSpPr>
          <p:cNvPr id="372" name="Google Shape;372;g33969cdd6ec_0_37"/>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it"/>
              <a:t>‹#›</a:t>
            </a:fld>
            <a:endParaRPr/>
          </a:p>
        </p:txBody>
      </p:sp>
      <p:sp>
        <p:nvSpPr>
          <p:cNvPr id="373" name="Google Shape;373;g33969cdd6ec_0_37"/>
          <p:cNvSpPr txBox="1"/>
          <p:nvPr>
            <p:ph idx="1" type="body"/>
          </p:nvPr>
        </p:nvSpPr>
        <p:spPr>
          <a:xfrm>
            <a:off x="1158925" y="1736775"/>
            <a:ext cx="7030500" cy="25416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50000"/>
              </a:lnSpc>
              <a:spcBef>
                <a:spcPts val="0"/>
              </a:spcBef>
              <a:spcAft>
                <a:spcPts val="0"/>
              </a:spcAft>
              <a:buClr>
                <a:schemeClr val="dk2"/>
              </a:buClr>
              <a:buSzPts val="1800"/>
              <a:buFont typeface="Nunito"/>
              <a:buChar char="●"/>
            </a:pPr>
            <a:r>
              <a:rPr lang="it" sz="1800"/>
              <a:t>Training sul 70% del dataset, test sul 30%</a:t>
            </a:r>
            <a:endParaRPr sz="1800"/>
          </a:p>
          <a:p>
            <a:pPr indent="-342900" lvl="0" marL="457200" marR="0" rtl="0" algn="l">
              <a:lnSpc>
                <a:spcPct val="150000"/>
              </a:lnSpc>
              <a:spcBef>
                <a:spcPts val="0"/>
              </a:spcBef>
              <a:spcAft>
                <a:spcPts val="0"/>
              </a:spcAft>
              <a:buClr>
                <a:schemeClr val="dk2"/>
              </a:buClr>
              <a:buSzPts val="1800"/>
              <a:buFont typeface="Nunito"/>
              <a:buChar char="●"/>
            </a:pPr>
            <a:r>
              <a:rPr lang="it" sz="1800"/>
              <a:t>Grid-search per l’individuazione dei migliori iperparametri</a:t>
            </a:r>
            <a:endParaRPr sz="1800"/>
          </a:p>
          <a:p>
            <a:pPr indent="-342900" lvl="0" marL="457200" rtl="0" algn="l">
              <a:lnSpc>
                <a:spcPct val="150000"/>
              </a:lnSpc>
              <a:spcBef>
                <a:spcPts val="0"/>
              </a:spcBef>
              <a:spcAft>
                <a:spcPts val="0"/>
              </a:spcAft>
              <a:buSzPts val="1800"/>
              <a:buChar char="●"/>
            </a:pPr>
            <a:r>
              <a:rPr lang="it" sz="1800"/>
              <a:t>Validazione con cross-validation (5 fold)</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3972d54ea6_2_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Architettura rete</a:t>
            </a:r>
            <a:endParaRPr/>
          </a:p>
        </p:txBody>
      </p:sp>
      <p:sp>
        <p:nvSpPr>
          <p:cNvPr id="379" name="Google Shape;379;g33972d54ea6_2_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900"/>
              <a:buFont typeface="Arial"/>
              <a:buNone/>
            </a:pPr>
            <a:fld id="{00000000-1234-1234-1234-123412341234}" type="slidenum">
              <a:rPr lang="it"/>
              <a:t>‹#›</a:t>
            </a:fld>
            <a:endParaRPr/>
          </a:p>
        </p:txBody>
      </p:sp>
      <p:pic>
        <p:nvPicPr>
          <p:cNvPr id="380" name="Google Shape;380;g33972d54ea6_2_0"/>
          <p:cNvPicPr preferRelativeResize="0"/>
          <p:nvPr/>
        </p:nvPicPr>
        <p:blipFill>
          <a:blip r:embed="rId3">
            <a:alphaModFix/>
          </a:blip>
          <a:stretch>
            <a:fillRect/>
          </a:stretch>
        </p:blipFill>
        <p:spPr>
          <a:xfrm>
            <a:off x="5686168" y="951340"/>
            <a:ext cx="3004980" cy="3785625"/>
          </a:xfrm>
          <a:prstGeom prst="rect">
            <a:avLst/>
          </a:prstGeom>
          <a:noFill/>
          <a:ln>
            <a:noFill/>
          </a:ln>
        </p:spPr>
      </p:pic>
      <p:sp>
        <p:nvSpPr>
          <p:cNvPr id="381" name="Google Shape;381;g33972d54ea6_2_0"/>
          <p:cNvSpPr txBox="1"/>
          <p:nvPr/>
        </p:nvSpPr>
        <p:spPr>
          <a:xfrm>
            <a:off x="514375" y="1575913"/>
            <a:ext cx="4497600" cy="30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it"/>
              <a:t>Funzioni utilizzate:</a:t>
            </a:r>
            <a:endParaRPr/>
          </a:p>
          <a:p>
            <a:pPr indent="-317500" lvl="0" marL="457200" rtl="0" algn="l">
              <a:lnSpc>
                <a:spcPct val="115000"/>
              </a:lnSpc>
              <a:spcBef>
                <a:spcPts val="1200"/>
              </a:spcBef>
              <a:spcAft>
                <a:spcPts val="0"/>
              </a:spcAft>
              <a:buSzPts val="1400"/>
              <a:buChar char="●"/>
            </a:pPr>
            <a:r>
              <a:rPr lang="it"/>
              <a:t>O</a:t>
            </a:r>
            <a:r>
              <a:rPr lang="it"/>
              <a:t>ttimizzatore SGD</a:t>
            </a:r>
            <a:endParaRPr/>
          </a:p>
          <a:p>
            <a:pPr indent="-317500" lvl="0" marL="457200" rtl="0" algn="l">
              <a:lnSpc>
                <a:spcPct val="115000"/>
              </a:lnSpc>
              <a:spcBef>
                <a:spcPts val="0"/>
              </a:spcBef>
              <a:spcAft>
                <a:spcPts val="0"/>
              </a:spcAft>
              <a:buSzPts val="1400"/>
              <a:buChar char="●"/>
            </a:pPr>
            <a:r>
              <a:rPr lang="it"/>
              <a:t>ReLU per i layer nascosti</a:t>
            </a:r>
            <a:endParaRPr/>
          </a:p>
          <a:p>
            <a:pPr indent="-317500" lvl="0" marL="457200" rtl="0" algn="l">
              <a:lnSpc>
                <a:spcPct val="115000"/>
              </a:lnSpc>
              <a:spcBef>
                <a:spcPts val="0"/>
              </a:spcBef>
              <a:spcAft>
                <a:spcPts val="0"/>
              </a:spcAft>
              <a:buSzPts val="1400"/>
              <a:buChar char="●"/>
            </a:pPr>
            <a:r>
              <a:rPr lang="it"/>
              <a:t>Softmax per l'output multiclasse.</a:t>
            </a:r>
            <a:endParaRPr/>
          </a:p>
          <a:p>
            <a:pPr indent="-317500" lvl="0" marL="457200" rtl="0" algn="l">
              <a:lnSpc>
                <a:spcPct val="115000"/>
              </a:lnSpc>
              <a:spcBef>
                <a:spcPts val="0"/>
              </a:spcBef>
              <a:spcAft>
                <a:spcPts val="0"/>
              </a:spcAft>
              <a:buSzPts val="1400"/>
              <a:buChar char="●"/>
            </a:pPr>
            <a:r>
              <a:rPr lang="it"/>
              <a:t>Funzione di loss: categorical_crossentropy. </a:t>
            </a:r>
            <a:endParaRPr/>
          </a:p>
          <a:p>
            <a:pPr indent="0" lvl="0" marL="0" rtl="0" algn="l">
              <a:lnSpc>
                <a:spcPct val="115000"/>
              </a:lnSpc>
              <a:spcBef>
                <a:spcPts val="1200"/>
              </a:spcBef>
              <a:spcAft>
                <a:spcPts val="0"/>
              </a:spcAft>
              <a:buNone/>
            </a:pPr>
            <a:r>
              <a:rPr lang="it"/>
              <a:t>Tecniche di regolarizzazione:</a:t>
            </a:r>
            <a:endParaRPr/>
          </a:p>
          <a:p>
            <a:pPr indent="-317500" lvl="0" marL="457200" rtl="0" algn="l">
              <a:lnSpc>
                <a:spcPct val="115000"/>
              </a:lnSpc>
              <a:spcBef>
                <a:spcPts val="1200"/>
              </a:spcBef>
              <a:spcAft>
                <a:spcPts val="0"/>
              </a:spcAft>
              <a:buSzPts val="1400"/>
              <a:buChar char="●"/>
            </a:pPr>
            <a:r>
              <a:rPr lang="it"/>
              <a:t>Early Stopping (10 epoche senza miglioramenti)</a:t>
            </a:r>
            <a:endParaRPr/>
          </a:p>
          <a:p>
            <a:pPr indent="-317500" lvl="0" marL="457200" rtl="0" algn="l">
              <a:lnSpc>
                <a:spcPct val="115000"/>
              </a:lnSpc>
              <a:spcBef>
                <a:spcPts val="0"/>
              </a:spcBef>
              <a:spcAft>
                <a:spcPts val="0"/>
              </a:spcAft>
              <a:buSzPts val="1400"/>
              <a:buChar char="●"/>
            </a:pPr>
            <a:r>
              <a:rPr lang="it"/>
              <a:t>Dropout (20% neuroni disattivati)</a:t>
            </a:r>
            <a:endParaRPr/>
          </a:p>
          <a:p>
            <a:pPr indent="-317500" lvl="0" marL="457200" rtl="0" algn="l">
              <a:lnSpc>
                <a:spcPct val="115000"/>
              </a:lnSpc>
              <a:spcBef>
                <a:spcPts val="0"/>
              </a:spcBef>
              <a:spcAft>
                <a:spcPts val="0"/>
              </a:spcAft>
              <a:buSzPts val="1400"/>
              <a:buChar char="●"/>
            </a:pPr>
            <a:r>
              <a:rPr lang="it"/>
              <a:t>Batch Normalization (per stabilizzare e accelerare l'addestramento)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3972d54ea6_1_1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Risultati</a:t>
            </a:r>
            <a:endParaRPr/>
          </a:p>
        </p:txBody>
      </p:sp>
      <p:sp>
        <p:nvSpPr>
          <p:cNvPr id="387" name="Google Shape;387;g33972d54ea6_1_1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900"/>
              <a:buFont typeface="Arial"/>
              <a:buNone/>
            </a:pPr>
            <a:fld id="{00000000-1234-1234-1234-123412341234}" type="slidenum">
              <a:rPr lang="it"/>
              <a:t>‹#›</a:t>
            </a:fld>
            <a:endParaRPr/>
          </a:p>
        </p:txBody>
      </p:sp>
      <p:pic>
        <p:nvPicPr>
          <p:cNvPr id="388" name="Google Shape;388;g33972d54ea6_1_13"/>
          <p:cNvPicPr preferRelativeResize="0"/>
          <p:nvPr/>
        </p:nvPicPr>
        <p:blipFill>
          <a:blip r:embed="rId3">
            <a:alphaModFix/>
          </a:blip>
          <a:stretch>
            <a:fillRect/>
          </a:stretch>
        </p:blipFill>
        <p:spPr>
          <a:xfrm>
            <a:off x="449425" y="1597875"/>
            <a:ext cx="3798702" cy="3192400"/>
          </a:xfrm>
          <a:prstGeom prst="rect">
            <a:avLst/>
          </a:prstGeom>
          <a:noFill/>
          <a:ln>
            <a:noFill/>
          </a:ln>
        </p:spPr>
      </p:pic>
      <p:pic>
        <p:nvPicPr>
          <p:cNvPr id="389" name="Google Shape;389;g33972d54ea6_1_13"/>
          <p:cNvPicPr preferRelativeResize="0"/>
          <p:nvPr/>
        </p:nvPicPr>
        <p:blipFill>
          <a:blip r:embed="rId4">
            <a:alphaModFix/>
          </a:blip>
          <a:stretch>
            <a:fillRect/>
          </a:stretch>
        </p:blipFill>
        <p:spPr>
          <a:xfrm>
            <a:off x="4572000" y="1597874"/>
            <a:ext cx="3998751" cy="314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descr="curva freccia icona png, curva freccia icona trasparente png ..." id="394" name="Google Shape;394;p8"/>
          <p:cNvPicPr preferRelativeResize="0"/>
          <p:nvPr/>
        </p:nvPicPr>
        <p:blipFill>
          <a:blip r:embed="rId3">
            <a:alphaModFix/>
          </a:blip>
          <a:stretch>
            <a:fillRect/>
          </a:stretch>
        </p:blipFill>
        <p:spPr>
          <a:xfrm rot="-4251767">
            <a:off x="7957125" y="2822350"/>
            <a:ext cx="1061753" cy="999300"/>
          </a:xfrm>
          <a:prstGeom prst="rect">
            <a:avLst/>
          </a:prstGeom>
          <a:noFill/>
          <a:ln>
            <a:noFill/>
          </a:ln>
        </p:spPr>
      </p:pic>
      <p:pic>
        <p:nvPicPr>
          <p:cNvPr descr="curva freccia icona png, curva freccia icona trasparente png ..." id="395" name="Google Shape;395;p8"/>
          <p:cNvPicPr preferRelativeResize="0"/>
          <p:nvPr/>
        </p:nvPicPr>
        <p:blipFill>
          <a:blip r:embed="rId3">
            <a:alphaModFix/>
          </a:blip>
          <a:stretch>
            <a:fillRect/>
          </a:stretch>
        </p:blipFill>
        <p:spPr>
          <a:xfrm rot="6898549">
            <a:off x="495250" y="3866125"/>
            <a:ext cx="1061753" cy="999300"/>
          </a:xfrm>
          <a:prstGeom prst="rect">
            <a:avLst/>
          </a:prstGeom>
          <a:noFill/>
          <a:ln>
            <a:noFill/>
          </a:ln>
        </p:spPr>
      </p:pic>
      <p:sp>
        <p:nvSpPr>
          <p:cNvPr id="396" name="Google Shape;396;p8"/>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a:t>Considerazioni finali </a:t>
            </a:r>
            <a:endParaRPr/>
          </a:p>
        </p:txBody>
      </p:sp>
      <p:sp>
        <p:nvSpPr>
          <p:cNvPr id="397" name="Google Shape;397;p8"/>
          <p:cNvSpPr txBox="1"/>
          <p:nvPr>
            <p:ph idx="1" type="body"/>
          </p:nvPr>
        </p:nvSpPr>
        <p:spPr>
          <a:xfrm>
            <a:off x="1303800" y="1445750"/>
            <a:ext cx="6788400" cy="2541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it">
                <a:solidFill>
                  <a:srgbClr val="3C4043"/>
                </a:solidFill>
                <a:highlight>
                  <a:srgbClr val="FFFFFF"/>
                </a:highlight>
                <a:latin typeface="Arial"/>
                <a:ea typeface="Arial"/>
                <a:cs typeface="Arial"/>
                <a:sym typeface="Arial"/>
              </a:rPr>
              <a:t>I risultati mostrano che la rete multistrato classifica in modo piú corretto (sarebbe inoltre possibile ottenere in output direttamente il punteggio GPA, in forma di numero continuo), di contro richiede più tempo per il training. </a:t>
            </a:r>
            <a:endParaRPr>
              <a:solidFill>
                <a:srgbClr val="3C4043"/>
              </a:solidFill>
              <a:highlight>
                <a:srgbClr val="FFFFFF"/>
              </a:highlight>
              <a:latin typeface="Arial"/>
              <a:ea typeface="Arial"/>
              <a:cs typeface="Arial"/>
              <a:sym typeface="Arial"/>
            </a:endParaRPr>
          </a:p>
          <a:p>
            <a:pPr indent="0" lvl="0" marL="0" rtl="0" algn="l">
              <a:spcBef>
                <a:spcPts val="0"/>
              </a:spcBef>
              <a:spcAft>
                <a:spcPts val="0"/>
              </a:spcAft>
              <a:buNone/>
            </a:pPr>
            <a:r>
              <a:rPr lang="it">
                <a:solidFill>
                  <a:srgbClr val="3C4043"/>
                </a:solidFill>
                <a:highlight>
                  <a:srgbClr val="FFFFFF"/>
                </a:highlight>
                <a:latin typeface="Arial"/>
                <a:ea typeface="Arial"/>
                <a:cs typeface="Arial"/>
                <a:sym typeface="Arial"/>
              </a:rPr>
              <a:t>L’albero decisionale invece presenta performance di predizione peggiori, ma é piú veloce e inoltre fornisce un processo decisionale interpretabile.</a:t>
            </a:r>
            <a:endParaRPr sz="1500"/>
          </a:p>
        </p:txBody>
      </p:sp>
      <p:pic>
        <p:nvPicPr>
          <p:cNvPr id="398" name="Google Shape;398;p8"/>
          <p:cNvPicPr preferRelativeResize="0"/>
          <p:nvPr/>
        </p:nvPicPr>
        <p:blipFill rotWithShape="1">
          <a:blip r:embed="rId4">
            <a:alphaModFix/>
          </a:blip>
          <a:srcRect b="0" l="0" r="0" t="0"/>
          <a:stretch/>
        </p:blipFill>
        <p:spPr>
          <a:xfrm>
            <a:off x="8153450" y="0"/>
            <a:ext cx="990551" cy="990551"/>
          </a:xfrm>
          <a:prstGeom prst="rect">
            <a:avLst/>
          </a:prstGeom>
          <a:noFill/>
          <a:ln>
            <a:noFill/>
          </a:ln>
        </p:spPr>
      </p:pic>
      <p:sp>
        <p:nvSpPr>
          <p:cNvPr id="399" name="Google Shape;399;p8"/>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it"/>
              <a:t>‹#›</a:t>
            </a:fld>
            <a:endParaRPr/>
          </a:p>
        </p:txBody>
      </p:sp>
      <p:pic>
        <p:nvPicPr>
          <p:cNvPr id="400" name="Google Shape;400;p8"/>
          <p:cNvPicPr preferRelativeResize="0"/>
          <p:nvPr/>
        </p:nvPicPr>
        <p:blipFill rotWithShape="1">
          <a:blip r:embed="rId5">
            <a:alphaModFix/>
          </a:blip>
          <a:srcRect b="0" l="0" r="17952" t="0"/>
          <a:stretch/>
        </p:blipFill>
        <p:spPr>
          <a:xfrm>
            <a:off x="5327600" y="2972375"/>
            <a:ext cx="2764588" cy="1933250"/>
          </a:xfrm>
          <a:prstGeom prst="rect">
            <a:avLst/>
          </a:prstGeom>
          <a:noFill/>
          <a:ln>
            <a:noFill/>
          </a:ln>
        </p:spPr>
      </p:pic>
      <p:pic>
        <p:nvPicPr>
          <p:cNvPr id="401" name="Google Shape;401;p8"/>
          <p:cNvPicPr preferRelativeResize="0"/>
          <p:nvPr/>
        </p:nvPicPr>
        <p:blipFill rotWithShape="1">
          <a:blip r:embed="rId6">
            <a:alphaModFix/>
          </a:blip>
          <a:srcRect b="0" l="0" r="17204" t="0"/>
          <a:stretch/>
        </p:blipFill>
        <p:spPr>
          <a:xfrm>
            <a:off x="1505075" y="2972375"/>
            <a:ext cx="2789600" cy="1933250"/>
          </a:xfrm>
          <a:prstGeom prst="rect">
            <a:avLst/>
          </a:prstGeom>
          <a:noFill/>
          <a:ln>
            <a:noFill/>
          </a:ln>
        </p:spPr>
      </p:pic>
      <p:sp>
        <p:nvSpPr>
          <p:cNvPr id="402" name="Google Shape;402;p8"/>
          <p:cNvSpPr txBox="1"/>
          <p:nvPr/>
        </p:nvSpPr>
        <p:spPr>
          <a:xfrm>
            <a:off x="430100" y="3719400"/>
            <a:ext cx="7617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it" sz="1300">
                <a:solidFill>
                  <a:schemeClr val="dk2"/>
                </a:solidFill>
                <a:latin typeface="Nunito"/>
                <a:ea typeface="Nunito"/>
                <a:cs typeface="Nunito"/>
                <a:sym typeface="Nunito"/>
              </a:rPr>
              <a:t>Albero</a:t>
            </a:r>
            <a:endParaRPr i="1" sz="1300">
              <a:solidFill>
                <a:schemeClr val="dk2"/>
              </a:solidFill>
              <a:latin typeface="Nunito"/>
              <a:ea typeface="Nunito"/>
              <a:cs typeface="Nunito"/>
              <a:sym typeface="Nunito"/>
            </a:endParaRPr>
          </a:p>
        </p:txBody>
      </p:sp>
      <p:sp>
        <p:nvSpPr>
          <p:cNvPr id="403" name="Google Shape;403;p8"/>
          <p:cNvSpPr txBox="1"/>
          <p:nvPr/>
        </p:nvSpPr>
        <p:spPr>
          <a:xfrm>
            <a:off x="8576400" y="3548150"/>
            <a:ext cx="5676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300">
                <a:solidFill>
                  <a:schemeClr val="dk2"/>
                </a:solidFill>
                <a:latin typeface="Nunito"/>
                <a:ea typeface="Nunito"/>
                <a:cs typeface="Nunito"/>
                <a:sym typeface="Nunito"/>
              </a:rPr>
              <a:t>Rete</a:t>
            </a:r>
            <a:endParaRPr sz="1300">
              <a:solidFill>
                <a:schemeClr val="dk2"/>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
          <p:cNvSpPr txBox="1"/>
          <p:nvPr>
            <p:ph type="title"/>
          </p:nvPr>
        </p:nvSpPr>
        <p:spPr>
          <a:xfrm>
            <a:off x="1388625" y="772725"/>
            <a:ext cx="6366900" cy="18633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8000"/>
              <a:buNone/>
            </a:pPr>
            <a:r>
              <a:rPr lang="it"/>
              <a:t>Grazie </a:t>
            </a:r>
            <a:endParaRPr/>
          </a:p>
        </p:txBody>
      </p:sp>
      <p:sp>
        <p:nvSpPr>
          <p:cNvPr id="409" name="Google Shape;409;p9"/>
          <p:cNvSpPr txBox="1"/>
          <p:nvPr>
            <p:ph idx="1" type="body"/>
          </p:nvPr>
        </p:nvSpPr>
        <p:spPr>
          <a:xfrm>
            <a:off x="1388625" y="2712300"/>
            <a:ext cx="6366900" cy="11112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1200"/>
              </a:spcBef>
              <a:spcAft>
                <a:spcPts val="0"/>
              </a:spcAft>
              <a:buSzPts val="1300"/>
              <a:buNone/>
            </a:pPr>
            <a:r>
              <a:rPr b="1" lang="it" sz="1600"/>
              <a:t>Lanza Andrea 887501</a:t>
            </a:r>
            <a:endParaRPr b="1" sz="1600"/>
          </a:p>
          <a:p>
            <a:pPr indent="0" lvl="0" marL="0" rtl="0" algn="ctr">
              <a:lnSpc>
                <a:spcPct val="105000"/>
              </a:lnSpc>
              <a:spcBef>
                <a:spcPts val="1200"/>
              </a:spcBef>
              <a:spcAft>
                <a:spcPts val="0"/>
              </a:spcAft>
              <a:buSzPts val="1300"/>
              <a:buNone/>
            </a:pPr>
            <a:r>
              <a:rPr b="1" lang="it" sz="1600"/>
              <a:t>Bonfanti Davide 873293</a:t>
            </a:r>
            <a:endParaRPr b="1" sz="1600"/>
          </a:p>
          <a:p>
            <a:pPr indent="0" lvl="0" marL="0" rtl="0" algn="ctr">
              <a:lnSpc>
                <a:spcPct val="105000"/>
              </a:lnSpc>
              <a:spcBef>
                <a:spcPts val="1200"/>
              </a:spcBef>
              <a:spcAft>
                <a:spcPts val="0"/>
              </a:spcAft>
              <a:buSzPts val="1300"/>
              <a:buNone/>
            </a:pPr>
            <a:r>
              <a:rPr b="1" lang="it" sz="1600"/>
              <a:t>Ferrario Christian 886230</a:t>
            </a:r>
            <a:endParaRPr b="1" sz="1600"/>
          </a:p>
          <a:p>
            <a:pPr indent="0" lvl="0" marL="0" rtl="0" algn="ctr">
              <a:lnSpc>
                <a:spcPct val="105000"/>
              </a:lnSpc>
              <a:spcBef>
                <a:spcPts val="1200"/>
              </a:spcBef>
              <a:spcAft>
                <a:spcPts val="1200"/>
              </a:spcAft>
              <a:buSzPts val="1300"/>
              <a:buNone/>
            </a:pPr>
            <a:r>
              <a:t/>
            </a:r>
            <a:endParaRPr b="1" sz="1600"/>
          </a:p>
        </p:txBody>
      </p:sp>
      <p:pic>
        <p:nvPicPr>
          <p:cNvPr id="410" name="Google Shape;410;p9"/>
          <p:cNvPicPr preferRelativeResize="0"/>
          <p:nvPr/>
        </p:nvPicPr>
        <p:blipFill rotWithShape="1">
          <a:blip r:embed="rId3">
            <a:alphaModFix/>
          </a:blip>
          <a:srcRect b="0" l="0" r="0" t="0"/>
          <a:stretch/>
        </p:blipFill>
        <p:spPr>
          <a:xfrm>
            <a:off x="8153450" y="0"/>
            <a:ext cx="990551" cy="990551"/>
          </a:xfrm>
          <a:prstGeom prst="rect">
            <a:avLst/>
          </a:prstGeom>
          <a:noFill/>
          <a:ln>
            <a:noFill/>
          </a:ln>
        </p:spPr>
      </p:pic>
      <p:sp>
        <p:nvSpPr>
          <p:cNvPr id="411" name="Google Shape;411;p9"/>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